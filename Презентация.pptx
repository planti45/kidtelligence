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2" r:id="rId6"/>
    <p:sldId id="273" r:id="rId7"/>
    <p:sldId id="281" r:id="rId8"/>
    <p:sldId id="275" r:id="rId9"/>
    <p:sldId id="280" r:id="rId10"/>
    <p:sldId id="258" r:id="rId11"/>
    <p:sldId id="274" r:id="rId12"/>
    <p:sldId id="265" r:id="rId13"/>
    <p:sldId id="276" r:id="rId14"/>
    <p:sldId id="277" r:id="rId15"/>
    <p:sldId id="278" r:id="rId16"/>
    <p:sldId id="282" r:id="rId17"/>
    <p:sldId id="268" r:id="rId1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 autoAdjust="0"/>
    <p:restoredTop sz="94645" autoAdjust="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6" d="100"/>
          <a:sy n="106" d="100"/>
        </p:scale>
        <p:origin x="4134" y="1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custSel modSld modMainMaster">
      <pc:chgData name="Fake Test User" userId="SID-0" providerId="Test" clId="FakeClientId" dt="2024-05-22T06:52:10.770" v="116" actId="478"/>
      <pc:docMkLst>
        <pc:docMk/>
      </pc:docMkLst>
      <pc:sldChg chg="modSp mod">
        <pc:chgData name="Fake Test User" userId="SID-0" providerId="Test" clId="FakeClientId" dt="2024-05-22T02:01:11.521" v="82" actId="2711"/>
        <pc:sldMkLst>
          <pc:docMk/>
          <pc:sldMk cId="2259308896" sldId="256"/>
        </pc:sldMkLst>
        <pc:spChg chg="mod">
          <ac:chgData name="Fake Test User" userId="SID-0" providerId="Test" clId="FakeClientId" dt="2024-05-22T02:01:11.521" v="82" actId="2711"/>
          <ac:spMkLst>
            <pc:docMk/>
            <pc:sldMk cId="2259308896" sldId="256"/>
            <ac:spMk id="2" creationId="{51DF3D98-3C30-4CFC-8643-C81E829C8C25}"/>
          </ac:spMkLst>
        </pc:spChg>
      </pc:sldChg>
      <pc:sldChg chg="addSp delSp modSp mod">
        <pc:chgData name="Fake Test User" userId="SID-0" providerId="Test" clId="FakeClientId" dt="2024-05-22T06:51:40.025" v="106" actId="478"/>
        <pc:sldMkLst>
          <pc:docMk/>
          <pc:sldMk cId="1325608595" sldId="257"/>
        </pc:sldMkLst>
        <pc:spChg chg="mod">
          <ac:chgData name="Fake Test User" userId="SID-0" providerId="Test" clId="FakeClientId" dt="2024-05-22T02:01:25.668" v="83" actId="2711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Fake Test User" userId="SID-0" providerId="Test" clId="FakeClientId" dt="2024-05-20T08:01:54.681" v="5" actId="1037"/>
          <ac:spMkLst>
            <pc:docMk/>
            <pc:sldMk cId="1325608595" sldId="257"/>
            <ac:spMk id="3" creationId="{22788C46-D0BC-4307-AE55-7601A139E7CB}"/>
          </ac:spMkLst>
        </pc:spChg>
        <pc:spChg chg="add del mod">
          <ac:chgData name="Fake Test User" userId="SID-0" providerId="Test" clId="FakeClientId" dt="2024-05-22T01:55:21.295" v="51"/>
          <ac:spMkLst>
            <pc:docMk/>
            <pc:sldMk cId="1325608595" sldId="257"/>
            <ac:spMk id="4" creationId="{88672ED5-5768-8085-31D9-4E1BA9ACE074}"/>
          </ac:spMkLst>
        </pc:spChg>
        <pc:spChg chg="del">
          <ac:chgData name="Fake Test User" userId="SID-0" providerId="Test" clId="FakeClientId" dt="2024-05-22T01:55:24.568" v="52" actId="478"/>
          <ac:spMkLst>
            <pc:docMk/>
            <pc:sldMk cId="1325608595" sldId="257"/>
            <ac:spMk id="5" creationId="{E6EEA9E7-F506-729E-13CF-D685FEBDB6E0}"/>
          </ac:spMkLst>
        </pc:spChg>
        <pc:spChg chg="add del mod">
          <ac:chgData name="Fake Test User" userId="SID-0" providerId="Test" clId="FakeClientId" dt="2024-05-22T01:55:21.295" v="51"/>
          <ac:spMkLst>
            <pc:docMk/>
            <pc:sldMk cId="1325608595" sldId="257"/>
            <ac:spMk id="6" creationId="{D74134F3-D599-4D47-072F-8F6E629EE465}"/>
          </ac:spMkLst>
        </pc:spChg>
        <pc:spChg chg="add del mod">
          <ac:chgData name="Fake Test User" userId="SID-0" providerId="Test" clId="FakeClientId" dt="2024-05-22T06:51:40.025" v="106" actId="478"/>
          <ac:spMkLst>
            <pc:docMk/>
            <pc:sldMk cId="1325608595" sldId="257"/>
            <ac:spMk id="7" creationId="{022352D7-E6FF-B80E-4B1F-34CBFEDA84C1}"/>
          </ac:spMkLst>
        </pc:spChg>
        <pc:spChg chg="add mod">
          <ac:chgData name="Fake Test User" userId="SID-0" providerId="Test" clId="FakeClientId" dt="2024-05-22T01:58:43.578" v="70" actId="2711"/>
          <ac:spMkLst>
            <pc:docMk/>
            <pc:sldMk cId="1325608595" sldId="257"/>
            <ac:spMk id="8" creationId="{CD348DF8-FACD-91C3-6C41-517FD6277A36}"/>
          </ac:spMkLst>
        </pc:spChg>
      </pc:sldChg>
      <pc:sldChg chg="addSp delSp modSp mod">
        <pc:chgData name="Fake Test User" userId="SID-0" providerId="Test" clId="FakeClientId" dt="2024-05-22T06:51:48.624" v="109" actId="478"/>
        <pc:sldMkLst>
          <pc:docMk/>
          <pc:sldMk cId="1639799154" sldId="258"/>
        </pc:sldMkLst>
        <pc:spChg chg="mod">
          <ac:chgData name="Fake Test User" userId="SID-0" providerId="Test" clId="FakeClientId" dt="2024-05-22T02:01:44.223" v="86" actId="2711"/>
          <ac:spMkLst>
            <pc:docMk/>
            <pc:sldMk cId="1639799154" sldId="258"/>
            <ac:spMk id="2" creationId="{8C543F67-9C70-4748-8C0C-3A7863422F99}"/>
          </ac:spMkLst>
        </pc:spChg>
        <pc:spChg chg="add del mod">
          <ac:chgData name="Fake Test User" userId="SID-0" providerId="Test" clId="FakeClientId" dt="2024-05-22T06:51:48.624" v="109" actId="478"/>
          <ac:spMkLst>
            <pc:docMk/>
            <pc:sldMk cId="1639799154" sldId="258"/>
            <ac:spMk id="4" creationId="{59C5B06E-51D2-337D-721F-5BE2CD52050E}"/>
          </ac:spMkLst>
        </pc:spChg>
        <pc:spChg chg="mod">
          <ac:chgData name="Fake Test User" userId="SID-0" providerId="Test" clId="FakeClientId" dt="2024-05-22T01:59:24.490" v="74" actId="2711"/>
          <ac:spMkLst>
            <pc:docMk/>
            <pc:sldMk cId="1639799154" sldId="258"/>
            <ac:spMk id="5" creationId="{E1420634-75FC-1021-C59D-6A615E04CCB7}"/>
          </ac:spMkLst>
        </pc:spChg>
      </pc:sldChg>
      <pc:sldChg chg="addSp delSp modSp mod">
        <pc:chgData name="Fake Test User" userId="SID-0" providerId="Test" clId="FakeClientId" dt="2024-05-22T06:52:08.376" v="115" actId="478"/>
        <pc:sldMkLst>
          <pc:docMk/>
          <pc:sldMk cId="4212917468" sldId="260"/>
        </pc:sldMkLst>
        <pc:spChg chg="mod">
          <ac:chgData name="Fake Test User" userId="SID-0" providerId="Test" clId="FakeClientId" dt="2024-05-22T02:02:36.242" v="93" actId="2711"/>
          <ac:spMkLst>
            <pc:docMk/>
            <pc:sldMk cId="4212917468" sldId="260"/>
            <ac:spMk id="2" creationId="{F96F75DE-8A44-4EC5-83C6-95BDDF10DFD9}"/>
          </ac:spMkLst>
        </pc:spChg>
        <pc:spChg chg="add del mod">
          <ac:chgData name="Fake Test User" userId="SID-0" providerId="Test" clId="FakeClientId" dt="2024-05-22T06:52:08.376" v="115" actId="478"/>
          <ac:spMkLst>
            <pc:docMk/>
            <pc:sldMk cId="4212917468" sldId="260"/>
            <ac:spMk id="3" creationId="{73E0972F-B9E9-60DA-8055-F47707805F98}"/>
          </ac:spMkLst>
        </pc:spChg>
        <pc:spChg chg="mod">
          <ac:chgData name="Fake Test User" userId="SID-0" providerId="Test" clId="FakeClientId" dt="2024-05-22T02:00:15.029" v="80" actId="2711"/>
          <ac:spMkLst>
            <pc:docMk/>
            <pc:sldMk cId="4212917468" sldId="260"/>
            <ac:spMk id="5" creationId="{81FA6FEA-8A53-A674-4C2A-2B552C959A1E}"/>
          </ac:spMkLst>
        </pc:spChg>
        <pc:graphicFrameChg chg="mod modGraphic">
          <ac:chgData name="Fake Test User" userId="SID-0" providerId="Test" clId="FakeClientId" dt="2024-05-20T08:05:27.700" v="49"/>
          <ac:graphicFrameMkLst>
            <pc:docMk/>
            <pc:sldMk cId="4212917468" sldId="260"/>
            <ac:graphicFrameMk id="22" creationId="{633087BA-06D0-6FB3-6A93-C3860A595F9E}"/>
          </ac:graphicFrameMkLst>
        </pc:graphicFrameChg>
      </pc:sldChg>
      <pc:sldChg chg="addSp delSp modSp mod">
        <pc:chgData name="Fake Test User" userId="SID-0" providerId="Test" clId="FakeClientId" dt="2024-05-22T06:51:52.840" v="110" actId="478"/>
        <pc:sldMkLst>
          <pc:docMk/>
          <pc:sldMk cId="2563119616" sldId="265"/>
        </pc:sldMkLst>
        <pc:spChg chg="mod">
          <ac:chgData name="Fake Test User" userId="SID-0" providerId="Test" clId="FakeClientId" dt="2024-05-22T02:01:56.106" v="88" actId="2711"/>
          <ac:spMkLst>
            <pc:docMk/>
            <pc:sldMk cId="2563119616" sldId="265"/>
            <ac:spMk id="2" creationId="{19256B7E-1633-44AB-8584-82DF5B726834}"/>
          </ac:spMkLst>
        </pc:spChg>
        <pc:spChg chg="add del mod">
          <ac:chgData name="Fake Test User" userId="SID-0" providerId="Test" clId="FakeClientId" dt="2024-05-22T06:51:52.840" v="110" actId="478"/>
          <ac:spMkLst>
            <pc:docMk/>
            <pc:sldMk cId="2563119616" sldId="265"/>
            <ac:spMk id="3" creationId="{BBE9C9AF-DB2E-C099-6933-27DAE5668B94}"/>
          </ac:spMkLst>
        </pc:spChg>
        <pc:spChg chg="mod">
          <ac:chgData name="Fake Test User" userId="SID-0" providerId="Test" clId="FakeClientId" dt="2024-05-22T01:59:36.957" v="75" actId="2711"/>
          <ac:spMkLst>
            <pc:docMk/>
            <pc:sldMk cId="2563119616" sldId="265"/>
            <ac:spMk id="8" creationId="{1D3542AA-82FB-8DD5-2A66-7F47BFF88078}"/>
          </ac:spMkLst>
        </pc:spChg>
      </pc:sldChg>
      <pc:sldChg chg="addSp delSp modSp mod">
        <pc:chgData name="Fake Test User" userId="SID-0" providerId="Test" clId="FakeClientId" dt="2024-05-22T06:52:10.770" v="116" actId="478"/>
        <pc:sldMkLst>
          <pc:docMk/>
          <pc:sldMk cId="3103683689" sldId="268"/>
        </pc:sldMkLst>
        <pc:spChg chg="mod">
          <ac:chgData name="Fake Test User" userId="SID-0" providerId="Test" clId="FakeClientId" dt="2024-05-22T02:02:43.146" v="94" actId="2711"/>
          <ac:spMkLst>
            <pc:docMk/>
            <pc:sldMk cId="3103683689" sldId="268"/>
            <ac:spMk id="2" creationId="{69FAE308-3076-43DB-B834-DA0B0AE19AF9}"/>
          </ac:spMkLst>
        </pc:spChg>
        <pc:spChg chg="add del mod">
          <ac:chgData name="Fake Test User" userId="SID-0" providerId="Test" clId="FakeClientId" dt="2024-05-22T06:52:10.770" v="116" actId="478"/>
          <ac:spMkLst>
            <pc:docMk/>
            <pc:sldMk cId="3103683689" sldId="268"/>
            <ac:spMk id="4" creationId="{51CEADEA-84FB-CF86-8B26-2DA69DB47CD0}"/>
          </ac:spMkLst>
        </pc:spChg>
        <pc:spChg chg="mod">
          <ac:chgData name="Fake Test User" userId="SID-0" providerId="Test" clId="FakeClientId" dt="2024-05-22T02:00:24.066" v="81" actId="2711"/>
          <ac:spMkLst>
            <pc:docMk/>
            <pc:sldMk cId="3103683689" sldId="268"/>
            <ac:spMk id="5" creationId="{511D134F-4AA5-8D65-F269-E8A1D90CBFCC}"/>
          </ac:spMkLst>
        </pc:spChg>
      </pc:sldChg>
      <pc:sldChg chg="addSp delSp modSp mod">
        <pc:chgData name="Fake Test User" userId="SID-0" providerId="Test" clId="FakeClientId" dt="2024-05-22T06:51:43.624" v="107" actId="478"/>
        <pc:sldMkLst>
          <pc:docMk/>
          <pc:sldMk cId="2501041532" sldId="272"/>
        </pc:sldMkLst>
        <pc:spChg chg="mod">
          <ac:chgData name="Fake Test User" userId="SID-0" providerId="Test" clId="FakeClientId" dt="2024-05-22T02:01:31.843" v="84" actId="2711"/>
          <ac:spMkLst>
            <pc:docMk/>
            <pc:sldMk cId="2501041532" sldId="272"/>
            <ac:spMk id="2" creationId="{60ADE968-F0ED-3582-74DC-29D7D72EE833}"/>
          </ac:spMkLst>
        </pc:spChg>
        <pc:spChg chg="add del mod">
          <ac:chgData name="Fake Test User" userId="SID-0" providerId="Test" clId="FakeClientId" dt="2024-05-22T06:51:43.624" v="107" actId="478"/>
          <ac:spMkLst>
            <pc:docMk/>
            <pc:sldMk cId="2501041532" sldId="272"/>
            <ac:spMk id="3" creationId="{15196DE1-282F-C854-910F-95E1FB28BE68}"/>
          </ac:spMkLst>
        </pc:spChg>
        <pc:spChg chg="mod">
          <ac:chgData name="Fake Test User" userId="SID-0" providerId="Test" clId="FakeClientId" dt="2024-05-22T01:58:55.578" v="71" actId="2711"/>
          <ac:spMkLst>
            <pc:docMk/>
            <pc:sldMk cId="2501041532" sldId="272"/>
            <ac:spMk id="4" creationId="{AF121FCD-5305-D1B4-B045-E971883A6D18}"/>
          </ac:spMkLst>
        </pc:spChg>
      </pc:sldChg>
      <pc:sldChg chg="addSp delSp modSp mod">
        <pc:chgData name="Fake Test User" userId="SID-0" providerId="Test" clId="FakeClientId" dt="2024-05-22T06:51:46.024" v="108" actId="478"/>
        <pc:sldMkLst>
          <pc:docMk/>
          <pc:sldMk cId="2819577886" sldId="273"/>
        </pc:sldMkLst>
        <pc:spChg chg="add del mod">
          <ac:chgData name="Fake Test User" userId="SID-0" providerId="Test" clId="FakeClientId" dt="2024-05-22T06:51:46.024" v="108" actId="478"/>
          <ac:spMkLst>
            <pc:docMk/>
            <pc:sldMk cId="2819577886" sldId="273"/>
            <ac:spMk id="2" creationId="{32CD6E49-5161-0F65-3BB6-A7C16341B4E3}"/>
          </ac:spMkLst>
        </pc:spChg>
        <pc:spChg chg="mod">
          <ac:chgData name="Fake Test User" userId="SID-0" providerId="Test" clId="FakeClientId" dt="2024-05-22T01:59:14.975" v="73" actId="2711"/>
          <ac:spMkLst>
            <pc:docMk/>
            <pc:sldMk cId="2819577886" sldId="273"/>
            <ac:spMk id="4" creationId="{2C2BE199-5107-8B06-F593-6C56B0D8CBB3}"/>
          </ac:spMkLst>
        </pc:spChg>
        <pc:spChg chg="mod">
          <ac:chgData name="Fake Test User" userId="SID-0" providerId="Test" clId="FakeClientId" dt="2024-05-22T02:01:37.394" v="85" actId="2711"/>
          <ac:spMkLst>
            <pc:docMk/>
            <pc:sldMk cId="2819577886" sldId="273"/>
            <ac:spMk id="51" creationId="{BC1C6AA9-DC5B-EF9C-8A42-5F7467D89A18}"/>
          </ac:spMkLst>
        </pc:spChg>
      </pc:sldChg>
      <pc:sldChg chg="addSp delSp modSp mod">
        <pc:chgData name="Fake Test User" userId="SID-0" providerId="Test" clId="FakeClientId" dt="2024-05-22T06:51:59.521" v="112" actId="478"/>
        <pc:sldMkLst>
          <pc:docMk/>
          <pc:sldMk cId="3017281800" sldId="274"/>
        </pc:sldMkLst>
        <pc:spChg chg="mod">
          <ac:chgData name="Fake Test User" userId="SID-0" providerId="Test" clId="FakeClientId" dt="2024-05-22T02:02:09.743" v="90" actId="2711"/>
          <ac:spMkLst>
            <pc:docMk/>
            <pc:sldMk cId="3017281800" sldId="274"/>
            <ac:spMk id="2" creationId="{2D566851-B069-8589-5ED5-C0DFEE9D1FCA}"/>
          </ac:spMkLst>
        </pc:spChg>
        <pc:spChg chg="add del mod">
          <ac:chgData name="Fake Test User" userId="SID-0" providerId="Test" clId="FakeClientId" dt="2024-05-22T06:51:59.521" v="112" actId="478"/>
          <ac:spMkLst>
            <pc:docMk/>
            <pc:sldMk cId="3017281800" sldId="274"/>
            <ac:spMk id="4" creationId="{A0375ABE-2744-3B6D-05A1-578C6D2EF8D3}"/>
          </ac:spMkLst>
        </pc:spChg>
        <pc:spChg chg="mod">
          <ac:chgData name="Fake Test User" userId="SID-0" providerId="Test" clId="FakeClientId" dt="2024-05-22T01:59:51.526" v="77" actId="2711"/>
          <ac:spMkLst>
            <pc:docMk/>
            <pc:sldMk cId="3017281800" sldId="274"/>
            <ac:spMk id="5" creationId="{E31527CE-284D-A3F6-4256-BBF0B333F12F}"/>
          </ac:spMkLst>
        </pc:spChg>
      </pc:sldChg>
      <pc:sldChg chg="modSp mod">
        <pc:chgData name="Fake Test User" userId="SID-0" providerId="Test" clId="FakeClientId" dt="2024-05-22T02:01:50.403" v="87" actId="2711"/>
        <pc:sldMkLst>
          <pc:docMk/>
          <pc:sldMk cId="4292537794" sldId="275"/>
        </pc:sldMkLst>
        <pc:spChg chg="mod">
          <ac:chgData name="Fake Test User" userId="SID-0" providerId="Test" clId="FakeClientId" dt="2024-05-22T02:01:50.403" v="87" actId="2711"/>
          <ac:spMkLst>
            <pc:docMk/>
            <pc:sldMk cId="4292537794" sldId="275"/>
            <ac:spMk id="2" creationId="{BC652607-79F4-9A91-3A0B-429BDED9CA50}"/>
          </ac:spMkLst>
        </pc:spChg>
      </pc:sldChg>
      <pc:sldChg chg="addSp delSp modSp mod">
        <pc:chgData name="Fake Test User" userId="SID-0" providerId="Test" clId="FakeClientId" dt="2024-05-22T06:51:56.873" v="111" actId="478"/>
        <pc:sldMkLst>
          <pc:docMk/>
          <pc:sldMk cId="1098851413" sldId="276"/>
        </pc:sldMkLst>
        <pc:spChg chg="mod">
          <ac:chgData name="Fake Test User" userId="SID-0" providerId="Test" clId="FakeClientId" dt="2024-05-22T02:02:03.207" v="89" actId="2711"/>
          <ac:spMkLst>
            <pc:docMk/>
            <pc:sldMk cId="1098851413" sldId="276"/>
            <ac:spMk id="4" creationId="{CBB9EEEB-17BB-C5D5-CDC9-3494B47290A1}"/>
          </ac:spMkLst>
        </pc:spChg>
        <pc:spChg chg="add del mod">
          <ac:chgData name="Fake Test User" userId="SID-0" providerId="Test" clId="FakeClientId" dt="2024-05-22T06:51:56.873" v="111" actId="478"/>
          <ac:spMkLst>
            <pc:docMk/>
            <pc:sldMk cId="1098851413" sldId="276"/>
            <ac:spMk id="5" creationId="{81BA2B48-D91F-8E99-41D3-B505EC806535}"/>
          </ac:spMkLst>
        </pc:spChg>
        <pc:spChg chg="mod">
          <ac:chgData name="Fake Test User" userId="SID-0" providerId="Test" clId="FakeClientId" dt="2024-05-22T01:59:43.803" v="76" actId="2711"/>
          <ac:spMkLst>
            <pc:docMk/>
            <pc:sldMk cId="1098851413" sldId="276"/>
            <ac:spMk id="6" creationId="{231666D3-AEBC-3481-2B8F-AB51BE3937FD}"/>
          </ac:spMkLst>
        </pc:spChg>
      </pc:sldChg>
      <pc:sldChg chg="addSp delSp modSp mod">
        <pc:chgData name="Fake Test User" userId="SID-0" providerId="Test" clId="FakeClientId" dt="2024-05-22T06:52:01.929" v="113" actId="478"/>
        <pc:sldMkLst>
          <pc:docMk/>
          <pc:sldMk cId="3641361854" sldId="277"/>
        </pc:sldMkLst>
        <pc:spChg chg="mod">
          <ac:chgData name="Fake Test User" userId="SID-0" providerId="Test" clId="FakeClientId" dt="2024-05-22T02:02:16.400" v="91" actId="2711"/>
          <ac:spMkLst>
            <pc:docMk/>
            <pc:sldMk cId="3641361854" sldId="277"/>
            <ac:spMk id="3" creationId="{EB4F4095-BDED-C078-22D5-1BF1E3AAF3FC}"/>
          </ac:spMkLst>
        </pc:spChg>
        <pc:spChg chg="add del mod">
          <ac:chgData name="Fake Test User" userId="SID-0" providerId="Test" clId="FakeClientId" dt="2024-05-22T06:52:01.929" v="113" actId="478"/>
          <ac:spMkLst>
            <pc:docMk/>
            <pc:sldMk cId="3641361854" sldId="277"/>
            <ac:spMk id="4" creationId="{0737CFB5-944D-EF66-9A60-C51EA88B2240}"/>
          </ac:spMkLst>
        </pc:spChg>
        <pc:spChg chg="mod">
          <ac:chgData name="Fake Test User" userId="SID-0" providerId="Test" clId="FakeClientId" dt="2024-05-22T02:00:00.134" v="78" actId="2711"/>
          <ac:spMkLst>
            <pc:docMk/>
            <pc:sldMk cId="3641361854" sldId="277"/>
            <ac:spMk id="5" creationId="{D1531C35-FB2E-F9F7-8D1E-64ACCC0E74A8}"/>
          </ac:spMkLst>
        </pc:spChg>
        <pc:graphicFrameChg chg="mod modGraphic">
          <ac:chgData name="Fake Test User" userId="SID-0" providerId="Test" clId="FakeClientId" dt="2024-05-20T08:04:08.942" v="27" actId="14734"/>
          <ac:graphicFrameMkLst>
            <pc:docMk/>
            <pc:sldMk cId="3641361854" sldId="277"/>
            <ac:graphicFrameMk id="7" creationId="{7416ADBF-875D-EDDB-76FB-AF4E0669E5BD}"/>
          </ac:graphicFrameMkLst>
        </pc:graphicFrameChg>
      </pc:sldChg>
      <pc:sldChg chg="addSp delSp modSp mod">
        <pc:chgData name="Fake Test User" userId="SID-0" providerId="Test" clId="FakeClientId" dt="2024-05-22T06:52:04.377" v="114" actId="478"/>
        <pc:sldMkLst>
          <pc:docMk/>
          <pc:sldMk cId="2590731716" sldId="278"/>
        </pc:sldMkLst>
        <pc:spChg chg="mod">
          <ac:chgData name="Fake Test User" userId="SID-0" providerId="Test" clId="FakeClientId" dt="2024-05-20T08:04:31.792" v="40" actId="1036"/>
          <ac:spMkLst>
            <pc:docMk/>
            <pc:sldMk cId="2590731716" sldId="278"/>
            <ac:spMk id="2" creationId="{8EDFF58B-671A-80A2-9FC1-39A4233DFB3D}"/>
          </ac:spMkLst>
        </pc:spChg>
        <pc:spChg chg="mod">
          <ac:chgData name="Fake Test User" userId="SID-0" providerId="Test" clId="FakeClientId" dt="2024-05-20T08:04:31.792" v="40" actId="1036"/>
          <ac:spMkLst>
            <pc:docMk/>
            <pc:sldMk cId="2590731716" sldId="278"/>
            <ac:spMk id="3" creationId="{8657517E-4AA9-56C2-7E84-6E2482958AE4}"/>
          </ac:spMkLst>
        </pc:spChg>
        <pc:spChg chg="mod">
          <ac:chgData name="Fake Test User" userId="SID-0" providerId="Test" clId="FakeClientId" dt="2024-05-22T02:02:24.636" v="92" actId="2711"/>
          <ac:spMkLst>
            <pc:docMk/>
            <pc:sldMk cId="2590731716" sldId="278"/>
            <ac:spMk id="4" creationId="{D4AFE818-0DBE-0E12-2EC7-51B44683FA89}"/>
          </ac:spMkLst>
        </pc:spChg>
        <pc:spChg chg="add del mod">
          <ac:chgData name="Fake Test User" userId="SID-0" providerId="Test" clId="FakeClientId" dt="2024-05-22T06:52:04.377" v="114" actId="478"/>
          <ac:spMkLst>
            <pc:docMk/>
            <pc:sldMk cId="2590731716" sldId="278"/>
            <ac:spMk id="5" creationId="{44D5CC05-61DA-AE60-9AAC-410FAF483046}"/>
          </ac:spMkLst>
        </pc:spChg>
        <pc:spChg chg="mod">
          <ac:chgData name="Fake Test User" userId="SID-0" providerId="Test" clId="FakeClientId" dt="2024-05-22T02:00:08.681" v="79" actId="2711"/>
          <ac:spMkLst>
            <pc:docMk/>
            <pc:sldMk cId="2590731716" sldId="278"/>
            <ac:spMk id="6" creationId="{B7E0C452-1F59-265B-89CA-B9F37E803873}"/>
          </ac:spMkLst>
        </pc:spChg>
      </pc:sldChg>
      <pc:sldMasterChg chg="mod modSldLayout">
        <pc:chgData name="Fake Test User" userId="SID-0" providerId="Test" clId="FakeClientId" dt="2024-05-22T02:14:00.965" v="105" actId="2711"/>
        <pc:sldMasterMkLst>
          <pc:docMk/>
          <pc:sldMasterMk cId="1788353970" sldId="2147483648"/>
        </pc:sldMasterMkLst>
        <pc:sldLayoutChg chg="modSp mod">
          <pc:chgData name="Fake Test User" userId="SID-0" providerId="Test" clId="FakeClientId" dt="2024-05-22T02:14:00.965" v="105" actId="2711"/>
          <pc:sldLayoutMkLst>
            <pc:docMk/>
            <pc:sldMasterMk cId="1788353970" sldId="2147483648"/>
            <pc:sldLayoutMk cId="2875107226" sldId="2147483655"/>
          </pc:sldLayoutMkLst>
          <pc:spChg chg="mod">
            <ac:chgData name="Fake Test User" userId="SID-0" providerId="Test" clId="FakeClientId" dt="2024-05-22T02:14:00.965" v="105" actId="2711"/>
            <ac:spMkLst>
              <pc:docMk/>
              <pc:sldMasterMk cId="1788353970" sldId="2147483648"/>
              <pc:sldLayoutMk cId="2875107226" sldId="2147483655"/>
              <ac:spMk id="7" creationId="{F8B31A7E-FD72-B42E-26A8-319F776C10E0}"/>
            </ac:spMkLst>
          </pc:spChg>
          <pc:spChg chg="mod">
            <ac:chgData name="Fake Test User" userId="SID-0" providerId="Test" clId="FakeClientId" dt="2024-05-22T02:14:00.965" v="105" actId="2711"/>
            <ac:spMkLst>
              <pc:docMk/>
              <pc:sldMasterMk cId="1788353970" sldId="2147483648"/>
              <pc:sldLayoutMk cId="2875107226" sldId="2147483655"/>
              <ac:spMk id="11" creationId="{7A727095-DB42-91AA-4BB8-1CE63D89BCA2}"/>
            </ac:spMkLst>
          </pc:spChg>
        </pc:sldLayoutChg>
        <pc:sldLayoutChg chg="modSp mod">
          <pc:chgData name="Fake Test User" userId="SID-0" providerId="Test" clId="FakeClientId" dt="2024-05-22T02:13:55.186" v="104" actId="2711"/>
          <pc:sldLayoutMkLst>
            <pc:docMk/>
            <pc:sldMasterMk cId="1788353970" sldId="2147483648"/>
            <pc:sldLayoutMk cId="2907152082" sldId="2147483662"/>
          </pc:sldLayoutMkLst>
          <pc:spChg chg="mod">
            <ac:chgData name="Fake Test User" userId="SID-0" providerId="Test" clId="FakeClientId" dt="2024-05-22T02:13:55.186" v="104" actId="2711"/>
            <ac:spMkLst>
              <pc:docMk/>
              <pc:sldMasterMk cId="1788353970" sldId="2147483648"/>
              <pc:sldLayoutMk cId="2907152082" sldId="2147483662"/>
              <ac:spMk id="42" creationId="{17933C8A-8E9F-F250-DAB7-5B1C82537C7F}"/>
            </ac:spMkLst>
          </pc:spChg>
          <pc:spChg chg="mod">
            <ac:chgData name="Fake Test User" userId="SID-0" providerId="Test" clId="FakeClientId" dt="2024-05-22T02:13:55.186" v="104" actId="2711"/>
            <ac:spMkLst>
              <pc:docMk/>
              <pc:sldMasterMk cId="1788353970" sldId="2147483648"/>
              <pc:sldLayoutMk cId="2907152082" sldId="2147483662"/>
              <ac:spMk id="46" creationId="{AFEE4071-4B5B-AFB4-B178-D09387257FA2}"/>
            </ac:spMkLst>
          </pc:spChg>
        </pc:sldLayoutChg>
        <pc:sldLayoutChg chg="modSp mod">
          <pc:chgData name="Fake Test User" userId="SID-0" providerId="Test" clId="FakeClientId" dt="2024-05-22T02:13:13.020" v="97" actId="2711"/>
          <pc:sldLayoutMkLst>
            <pc:docMk/>
            <pc:sldMasterMk cId="1788353970" sldId="2147483648"/>
            <pc:sldLayoutMk cId="1044806421" sldId="2147483672"/>
          </pc:sldLayoutMkLst>
          <pc:spChg chg="mod">
            <ac:chgData name="Fake Test User" userId="SID-0" providerId="Test" clId="FakeClientId" dt="2024-05-22T02:13:13.020" v="97" actId="2711"/>
            <ac:spMkLst>
              <pc:docMk/>
              <pc:sldMasterMk cId="1788353970" sldId="2147483648"/>
              <pc:sldLayoutMk cId="1044806421" sldId="2147483672"/>
              <ac:spMk id="7" creationId="{BE4EF1CA-0713-F725-CD7A-054E12143376}"/>
            </ac:spMkLst>
          </pc:spChg>
          <pc:spChg chg="mod">
            <ac:chgData name="Fake Test User" userId="SID-0" providerId="Test" clId="FakeClientId" dt="2024-05-22T02:13:13.020" v="97" actId="2711"/>
            <ac:spMkLst>
              <pc:docMk/>
              <pc:sldMasterMk cId="1788353970" sldId="2147483648"/>
              <pc:sldLayoutMk cId="1044806421" sldId="2147483672"/>
              <ac:spMk id="15" creationId="{BBDD93F0-5136-93CB-0125-942AA638272F}"/>
            </ac:spMkLst>
          </pc:spChg>
        </pc:sldLayoutChg>
        <pc:sldLayoutChg chg="modSp mod">
          <pc:chgData name="Fake Test User" userId="SID-0" providerId="Test" clId="FakeClientId" dt="2024-05-22T02:13:19.454" v="98" actId="2711"/>
          <pc:sldLayoutMkLst>
            <pc:docMk/>
            <pc:sldMasterMk cId="1788353970" sldId="2147483648"/>
            <pc:sldLayoutMk cId="3383922652" sldId="2147483673"/>
          </pc:sldLayoutMkLst>
          <pc:spChg chg="mod">
            <ac:chgData name="Fake Test User" userId="SID-0" providerId="Test" clId="FakeClientId" dt="2024-05-22T02:13:19.454" v="98" actId="2711"/>
            <ac:spMkLst>
              <pc:docMk/>
              <pc:sldMasterMk cId="1788353970" sldId="2147483648"/>
              <pc:sldLayoutMk cId="3383922652" sldId="2147483673"/>
              <ac:spMk id="11" creationId="{B612F406-221C-DFC9-5B2E-A6B4A06FF4C7}"/>
            </ac:spMkLst>
          </pc:spChg>
          <pc:spChg chg="mod">
            <ac:chgData name="Fake Test User" userId="SID-0" providerId="Test" clId="FakeClientId" dt="2024-05-22T02:13:19.454" v="98" actId="2711"/>
            <ac:spMkLst>
              <pc:docMk/>
              <pc:sldMasterMk cId="1788353970" sldId="2147483648"/>
              <pc:sldLayoutMk cId="3383922652" sldId="2147483673"/>
              <ac:spMk id="33" creationId="{0FBE0826-C479-F9B2-BE8C-B31F4CD98E4C}"/>
            </ac:spMkLst>
          </pc:spChg>
        </pc:sldLayoutChg>
        <pc:sldLayoutChg chg="modSp mod">
          <pc:chgData name="Fake Test User" userId="SID-0" providerId="Test" clId="FakeClientId" dt="2024-05-22T02:13:24.372" v="99" actId="2711"/>
          <pc:sldLayoutMkLst>
            <pc:docMk/>
            <pc:sldMasterMk cId="1788353970" sldId="2147483648"/>
            <pc:sldLayoutMk cId="1705993979" sldId="2147483674"/>
          </pc:sldLayoutMkLst>
          <pc:spChg chg="mod">
            <ac:chgData name="Fake Test User" userId="SID-0" providerId="Test" clId="FakeClientId" dt="2024-05-22T02:13:24.372" v="99" actId="2711"/>
            <ac:spMkLst>
              <pc:docMk/>
              <pc:sldMasterMk cId="1788353970" sldId="2147483648"/>
              <pc:sldLayoutMk cId="1705993979" sldId="2147483674"/>
              <ac:spMk id="10" creationId="{BA069417-406B-7583-F175-EE9B3830EE82}"/>
            </ac:spMkLst>
          </pc:spChg>
          <pc:spChg chg="mod">
            <ac:chgData name="Fake Test User" userId="SID-0" providerId="Test" clId="FakeClientId" dt="2024-05-22T02:13:24.372" v="99" actId="2711"/>
            <ac:spMkLst>
              <pc:docMk/>
              <pc:sldMasterMk cId="1788353970" sldId="2147483648"/>
              <pc:sldLayoutMk cId="1705993979" sldId="2147483674"/>
              <ac:spMk id="16" creationId="{25EF7369-613A-D7D3-3478-17904CF31D29}"/>
            </ac:spMkLst>
          </pc:spChg>
        </pc:sldLayoutChg>
        <pc:sldLayoutChg chg="modSp mod">
          <pc:chgData name="Fake Test User" userId="SID-0" providerId="Test" clId="FakeClientId" dt="2024-05-22T02:13:31.975" v="100" actId="2711"/>
          <pc:sldLayoutMkLst>
            <pc:docMk/>
            <pc:sldMasterMk cId="1788353970" sldId="2147483648"/>
            <pc:sldLayoutMk cId="2430898024" sldId="2147483675"/>
          </pc:sldLayoutMkLst>
          <pc:spChg chg="mod">
            <ac:chgData name="Fake Test User" userId="SID-0" providerId="Test" clId="FakeClientId" dt="2024-05-22T02:13:31.975" v="100" actId="2711"/>
            <ac:spMkLst>
              <pc:docMk/>
              <pc:sldMasterMk cId="1788353970" sldId="2147483648"/>
              <pc:sldLayoutMk cId="2430898024" sldId="2147483675"/>
              <ac:spMk id="14" creationId="{95B39729-974D-AA19-321C-259F9E677498}"/>
            </ac:spMkLst>
          </pc:spChg>
          <pc:spChg chg="mod">
            <ac:chgData name="Fake Test User" userId="SID-0" providerId="Test" clId="FakeClientId" dt="2024-05-22T02:13:31.975" v="100" actId="2711"/>
            <ac:spMkLst>
              <pc:docMk/>
              <pc:sldMasterMk cId="1788353970" sldId="2147483648"/>
              <pc:sldLayoutMk cId="2430898024" sldId="2147483675"/>
              <ac:spMk id="19" creationId="{3F9CA93E-AA01-748E-065E-20F3E1A1A058}"/>
            </ac:spMkLst>
          </pc:spChg>
        </pc:sldLayoutChg>
        <pc:sldLayoutChg chg="modSp mod">
          <pc:chgData name="Fake Test User" userId="SID-0" providerId="Test" clId="FakeClientId" dt="2024-05-22T02:13:45.905" v="102" actId="2711"/>
          <pc:sldLayoutMkLst>
            <pc:docMk/>
            <pc:sldMasterMk cId="1788353970" sldId="2147483648"/>
            <pc:sldLayoutMk cId="3630598993" sldId="2147483678"/>
          </pc:sldLayoutMkLst>
          <pc:spChg chg="mod">
            <ac:chgData name="Fake Test User" userId="SID-0" providerId="Test" clId="FakeClientId" dt="2024-05-22T02:13:45.905" v="102" actId="2711"/>
            <ac:spMkLst>
              <pc:docMk/>
              <pc:sldMasterMk cId="1788353970" sldId="2147483648"/>
              <pc:sldLayoutMk cId="3630598993" sldId="2147483678"/>
              <ac:spMk id="15" creationId="{0375AD72-FEF2-7BD7-B33E-DE98FDD651EC}"/>
            </ac:spMkLst>
          </pc:spChg>
          <pc:spChg chg="mod">
            <ac:chgData name="Fake Test User" userId="SID-0" providerId="Test" clId="FakeClientId" dt="2024-05-22T02:13:45.905" v="102" actId="2711"/>
            <ac:spMkLst>
              <pc:docMk/>
              <pc:sldMasterMk cId="1788353970" sldId="2147483648"/>
              <pc:sldLayoutMk cId="3630598993" sldId="2147483678"/>
              <ac:spMk id="20" creationId="{F8E904D7-AB01-FD2A-6191-37814CBD0829}"/>
            </ac:spMkLst>
          </pc:spChg>
        </pc:sldLayoutChg>
        <pc:sldLayoutChg chg="modSp mod">
          <pc:chgData name="Fake Test User" userId="SID-0" providerId="Test" clId="FakeClientId" dt="2024-05-22T02:13:50.247" v="103" actId="2711"/>
          <pc:sldLayoutMkLst>
            <pc:docMk/>
            <pc:sldMasterMk cId="1788353970" sldId="2147483648"/>
            <pc:sldLayoutMk cId="4092057757" sldId="2147483679"/>
          </pc:sldLayoutMkLst>
          <pc:spChg chg="mod">
            <ac:chgData name="Fake Test User" userId="SID-0" providerId="Test" clId="FakeClientId" dt="2024-05-22T02:13:50.247" v="103" actId="2711"/>
            <ac:spMkLst>
              <pc:docMk/>
              <pc:sldMasterMk cId="1788353970" sldId="2147483648"/>
              <pc:sldLayoutMk cId="4092057757" sldId="2147483679"/>
              <ac:spMk id="8" creationId="{427DBEC2-F0F7-1E8A-EDBA-2EB379509666}"/>
            </ac:spMkLst>
          </pc:spChg>
          <pc:spChg chg="mod">
            <ac:chgData name="Fake Test User" userId="SID-0" providerId="Test" clId="FakeClientId" dt="2024-05-22T02:13:50.247" v="103" actId="2711"/>
            <ac:spMkLst>
              <pc:docMk/>
              <pc:sldMasterMk cId="1788353970" sldId="2147483648"/>
              <pc:sldLayoutMk cId="4092057757" sldId="2147483679"/>
              <ac:spMk id="14" creationId="{F021946D-D90D-3F7E-3E92-78C7E120AFF5}"/>
            </ac:spMkLst>
          </pc:spChg>
        </pc:sldLayoutChg>
        <pc:sldLayoutChg chg="modSp mod">
          <pc:chgData name="Fake Test User" userId="SID-0" providerId="Test" clId="FakeClientId" dt="2024-05-22T02:13:04.928" v="96" actId="2711"/>
          <pc:sldLayoutMkLst>
            <pc:docMk/>
            <pc:sldMasterMk cId="1788353970" sldId="2147483648"/>
            <pc:sldLayoutMk cId="33529037" sldId="2147483680"/>
          </pc:sldLayoutMkLst>
          <pc:spChg chg="mod">
            <ac:chgData name="Fake Test User" userId="SID-0" providerId="Test" clId="FakeClientId" dt="2024-05-22T02:13:04.928" v="96" actId="2711"/>
            <ac:spMkLst>
              <pc:docMk/>
              <pc:sldMasterMk cId="1788353970" sldId="2147483648"/>
              <pc:sldLayoutMk cId="33529037" sldId="2147483680"/>
              <ac:spMk id="45" creationId="{8E4CD02A-FF2F-864A-138B-368FE9BFDEE2}"/>
            </ac:spMkLst>
          </pc:spChg>
          <pc:spChg chg="mod">
            <ac:chgData name="Fake Test User" userId="SID-0" providerId="Test" clId="FakeClientId" dt="2024-05-22T02:13:04.928" v="96" actId="2711"/>
            <ac:spMkLst>
              <pc:docMk/>
              <pc:sldMasterMk cId="1788353970" sldId="2147483648"/>
              <pc:sldLayoutMk cId="33529037" sldId="2147483680"/>
              <ac:spMk id="50" creationId="{7F30B651-FA38-151D-A122-6186F222CA8C}"/>
            </ac:spMkLst>
          </pc:spChg>
        </pc:sldLayoutChg>
        <pc:sldLayoutChg chg="modSp mod">
          <pc:chgData name="Fake Test User" userId="SID-0" providerId="Test" clId="FakeClientId" dt="2024-05-22T02:13:39.984" v="101" actId="2711"/>
          <pc:sldLayoutMkLst>
            <pc:docMk/>
            <pc:sldMasterMk cId="1788353970" sldId="2147483648"/>
            <pc:sldLayoutMk cId="4227521024" sldId="2147483681"/>
          </pc:sldLayoutMkLst>
          <pc:spChg chg="mod">
            <ac:chgData name="Fake Test User" userId="SID-0" providerId="Test" clId="FakeClientId" dt="2024-05-22T02:13:39.984" v="101" actId="2711"/>
            <ac:spMkLst>
              <pc:docMk/>
              <pc:sldMasterMk cId="1788353970" sldId="2147483648"/>
              <pc:sldLayoutMk cId="4227521024" sldId="2147483681"/>
              <ac:spMk id="42" creationId="{17933C8A-8E9F-F250-DAB7-5B1C82537C7F}"/>
            </ac:spMkLst>
          </pc:spChg>
          <pc:spChg chg="mod">
            <ac:chgData name="Fake Test User" userId="SID-0" providerId="Test" clId="FakeClientId" dt="2024-05-22T02:13:39.984" v="101" actId="2711"/>
            <ac:spMkLst>
              <pc:docMk/>
              <pc:sldMasterMk cId="1788353970" sldId="2147483648"/>
              <pc:sldLayoutMk cId="4227521024" sldId="2147483681"/>
              <ac:spMk id="46" creationId="{AFEE4071-4B5B-AFB4-B178-D09387257FA2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pPr>
            <a:r>
              <a:rPr lang="ru-RU" dirty="0">
                <a:solidFill>
                  <a:srgbClr val="000000"/>
                </a:solidFill>
                <a:latin typeface="+mj-lt"/>
              </a:rPr>
              <a:t>Результаты тестов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000000"/>
              </a:solidFill>
              <a:latin typeface="+mj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Продолжительность выполнения теста (с)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Тест 1</c:v>
                </c:pt>
                <c:pt idx="1">
                  <c:v>Тест 2</c:v>
                </c:pt>
                <c:pt idx="2">
                  <c:v>Тест 3</c:v>
                </c:pt>
                <c:pt idx="3">
                  <c:v>Тест 4</c:v>
                </c:pt>
                <c:pt idx="4">
                  <c:v>Тест 5</c:v>
                </c:pt>
                <c:pt idx="5">
                  <c:v>Тест 6</c:v>
                </c:pt>
                <c:pt idx="6">
                  <c:v>Тест 7</c:v>
                </c:pt>
                <c:pt idx="7">
                  <c:v>Тест 8</c:v>
                </c:pt>
                <c:pt idx="8">
                  <c:v>Тест 9</c:v>
                </c:pt>
                <c:pt idx="9">
                  <c:v>Тест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158</c:v>
                </c:pt>
                <c:pt idx="1">
                  <c:v>154</c:v>
                </c:pt>
                <c:pt idx="2">
                  <c:v>156</c:v>
                </c:pt>
                <c:pt idx="3">
                  <c:v>148</c:v>
                </c:pt>
                <c:pt idx="4">
                  <c:v>150</c:v>
                </c:pt>
                <c:pt idx="5">
                  <c:v>136</c:v>
                </c:pt>
                <c:pt idx="6">
                  <c:v>144</c:v>
                </c:pt>
                <c:pt idx="7">
                  <c:v>112</c:v>
                </c:pt>
                <c:pt idx="8">
                  <c:v>121</c:v>
                </c:pt>
                <c:pt idx="9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D0-4A19-9B44-2BBAB09558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5530511"/>
        <c:axId val="1515532911"/>
      </c:barChart>
      <c:catAx>
        <c:axId val="1515530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pPr>
            <a:endParaRPr lang="ru-RU"/>
          </a:p>
        </c:txPr>
        <c:crossAx val="1515532911"/>
        <c:crosses val="autoZero"/>
        <c:auto val="1"/>
        <c:lblAlgn val="ctr"/>
        <c:lblOffset val="100"/>
        <c:noMultiLvlLbl val="0"/>
      </c:catAx>
      <c:valAx>
        <c:axId val="1515532911"/>
        <c:scaling>
          <c:orientation val="minMax"/>
          <c:max val="18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pPr>
            <a:endParaRPr lang="ru-RU"/>
          </a:p>
        </c:txPr>
        <c:crossAx val="1515530511"/>
        <c:crosses val="autoZero"/>
        <c:crossBetween val="between"/>
        <c:majorUnit val="60"/>
        <c:min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000000"/>
              </a:solidFill>
              <a:latin typeface="+mj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144DDA53-17BB-4810-91A8-94FE944ADC38}" type="datetimeFigureOut">
              <a:rPr lang="ru-RU" smtClean="0"/>
              <a:t>14.01.2026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6D8BCF56-022D-4E84-9600-36794E4DE26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AF08D30-F807-4561-A81E-6E077448AA00}" type="datetimeFigureOut">
              <a:rPr lang="ru-RU" smtClean="0"/>
              <a:t>14.01.2026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D82C05A-7A07-4286-AA18-B883C0AF9A3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850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055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7851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ED97-AED7-7078-0931-D1207AF8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33946D0-E004-59DC-2EA3-C6B7D1F7A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048DF45-5937-CD66-6977-6FF724AB3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66FA45-3FB5-CBED-B2DD-36BBF4348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3100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131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FE71C-A10C-9731-F04E-B45B1C621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D12E0E5-92D3-0E86-2D5D-8E9DCFB63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481D42B-AF26-EDD4-DB96-71695001B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06E660-75F9-B07C-6CD8-4CC6C2629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26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0528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5896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4997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2372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9995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6415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000AF-01C3-EB69-46B9-85F6BB130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0C07047-E221-4F49-C002-2500743FE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681EE08-55F0-5958-B3D3-7BA6D2F0F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C13AD9-3C36-590A-9EC3-16A665DCE8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16654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874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rtlCol="0" anchor="ctr">
            <a:noAutofit/>
          </a:bodyPr>
          <a:lstStyle>
            <a:lvl1pPr algn="ctr">
              <a:defRPr lang="ru-RU" sz="7200"/>
            </a:lvl1pPr>
          </a:lstStyle>
          <a:p>
            <a:pPr rtl="0"/>
            <a:r>
              <a:rPr lang="ru-RU" b="1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Графический объект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Графический объект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40" name="Заголовок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rtlCol="0" anchor="ctr"/>
          <a:lstStyle>
            <a:lvl1pPr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 rtlCol="0"/>
          <a:lstStyle>
            <a:lvl1pPr>
              <a:lnSpc>
                <a:spcPct val="150000"/>
              </a:lnSpc>
              <a:defRPr lang="ru-RU" sz="1800"/>
            </a:lvl1pPr>
            <a:lvl2pPr>
              <a:lnSpc>
                <a:spcPct val="150000"/>
              </a:lnSpc>
              <a:defRPr lang="ru-RU" sz="1800"/>
            </a:lvl2pPr>
            <a:lvl3pPr>
              <a:lnSpc>
                <a:spcPct val="150000"/>
              </a:lnSpc>
              <a:defRPr lang="ru-RU" sz="1600"/>
            </a:lvl3pPr>
            <a:lvl4pPr>
              <a:lnSpc>
                <a:spcPct val="150000"/>
              </a:lnSpc>
              <a:defRPr lang="ru-RU" sz="1400"/>
            </a:lvl4pPr>
            <a:lvl5pPr>
              <a:lnSpc>
                <a:spcPct val="150000"/>
              </a:lnSpc>
              <a:defRPr lang="ru-RU" sz="14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Дата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BF9ABEAD-3133-420B-8B73-B91D538D4248}" type="datetime1">
              <a:rPr lang="ru-RU" smtClean="0"/>
              <a:pPr/>
              <a:t>14.01.2026</a:t>
            </a:fld>
            <a:endParaRPr lang="ru-RU" dirty="0">
              <a:latin typeface="+mj-lt"/>
            </a:endParaRPr>
          </a:p>
        </p:txBody>
      </p:sp>
      <p:pic>
        <p:nvPicPr>
          <p:cNvPr id="47" name="Графический объект 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Графический объект 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Графический объект 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Номер слайда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 dirty="0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 rtlCol="0"/>
          <a:lstStyle>
            <a:lvl1pPr algn="ctr">
              <a:defRPr lang="ru-RU" sz="60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E8D04CD9-D6D1-4088-B622-37AD9F937AC3}" type="datetime1">
              <a:rPr lang="ru-RU" smtClean="0"/>
              <a:pPr/>
              <a:t>14.01.2026</a:t>
            </a:fld>
            <a:endParaRPr lang="ru-RU" dirty="0">
              <a:latin typeface="+mj-lt"/>
            </a:endParaRPr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rtlCol="0" anchor="ctr"/>
          <a:lstStyle>
            <a:lvl1pPr algn="ctr">
              <a:defRPr lang="ru-RU" sz="5400"/>
            </a:lvl1pPr>
          </a:lstStyle>
          <a:p>
            <a:pPr rtl="0"/>
            <a:r>
              <a:rPr lang="ru-RU" b="1" dirty="0"/>
              <a:t>Заголовок слайда</a:t>
            </a:r>
          </a:p>
        </p:txBody>
      </p:sp>
      <p:sp>
        <p:nvSpPr>
          <p:cNvPr id="3" name="Прямоугольник: Скругленные углы 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8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Дата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5CC223CA-11C9-43EE-8000-3F8FBBB84C53}" type="datetime1">
              <a:rPr lang="ru-RU" smtClean="0"/>
              <a:pPr/>
              <a:t>14.01.2026</a:t>
            </a:fld>
            <a:endParaRPr lang="ru-RU" dirty="0">
              <a:latin typeface="+mj-lt"/>
            </a:endParaRPr>
          </a:p>
        </p:txBody>
      </p:sp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Графический объект 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Номер слайда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 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Дата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06CEA2B4-5E96-462A-BC9C-86745451DD26}" type="datetime1">
              <a:rPr lang="ru-RU" smtClean="0"/>
              <a:pPr/>
              <a:t>14.01.2026</a:t>
            </a:fld>
            <a:endParaRPr lang="ru-RU" dirty="0">
              <a:latin typeface="+mj-lt"/>
            </a:endParaRP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6326" y="1224098"/>
            <a:ext cx="8939349" cy="3717472"/>
          </a:xfrm>
        </p:spPr>
        <p:txBody>
          <a:bodyPr rtlCol="0" anchor="ctr">
            <a:noAutofit/>
          </a:bodyPr>
          <a:lstStyle>
            <a:lvl1pPr algn="ctr">
              <a:defRPr lang="ru-RU" sz="60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3" name="Прямоугольник: Скругленные углы 12">
            <a:extLst>
              <a:ext uri="{FF2B5EF4-FFF2-40B4-BE49-F238E27FC236}">
                <a16:creationId xmlns:a16="http://schemas.microsoft.com/office/drawing/2014/main" id="{CB0A1C84-853A-628A-A9BA-CA6C9B1A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0173" y="5017288"/>
            <a:ext cx="7271656" cy="65292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171" y="5017288"/>
            <a:ext cx="7271657" cy="652923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8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элемен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17E8AAA2-3E44-49B5-88D8-13DCE02B80BE}" type="datetime1">
              <a:rPr lang="ru-RU" smtClean="0"/>
              <a:pPr/>
              <a:t>14.01.2026</a:t>
            </a:fld>
            <a:endParaRPr lang="ru-RU" dirty="0">
              <a:latin typeface="+mj-lt"/>
            </a:endParaRPr>
          </a:p>
        </p:txBody>
      </p:sp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 rtlCol="0"/>
          <a:lstStyle>
            <a:lvl1pPr>
              <a:lnSpc>
                <a:spcPts val="1900"/>
              </a:lnSpc>
              <a:defRPr lang="ru-RU" sz="1800"/>
            </a:lvl1pPr>
            <a:lvl2pPr>
              <a:lnSpc>
                <a:spcPts val="1900"/>
              </a:lnSpc>
              <a:defRPr lang="ru-RU" sz="1800"/>
            </a:lvl2pPr>
            <a:lvl3pPr>
              <a:lnSpc>
                <a:spcPts val="1900"/>
              </a:lnSpc>
              <a:defRPr lang="ru-RU" sz="1800"/>
            </a:lvl3pPr>
            <a:lvl4pPr>
              <a:lnSpc>
                <a:spcPts val="1900"/>
              </a:lnSpc>
              <a:defRPr lang="ru-RU" sz="1800"/>
            </a:lvl4pPr>
            <a:lvl5pPr>
              <a:lnSpc>
                <a:spcPts val="1900"/>
              </a:lnSpc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Дата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A850D8F-0CC4-425D-A979-EBE1CDDD15F3}" type="datetime1">
              <a:rPr lang="ru-RU" smtClean="0"/>
              <a:t>14.01.2026</a:t>
            </a:fld>
            <a:endParaRPr lang="ru-RU" dirty="0"/>
          </a:p>
        </p:txBody>
      </p:sp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Графический объект 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Номер слайда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ступл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 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rtlCol="0" anchor="b"/>
          <a:lstStyle>
            <a:lvl1pPr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Графический объект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9AF5A4E2-3BF6-48DC-B37D-10F915567F42}" type="datetime1">
              <a:rPr lang="ru-RU" smtClean="0"/>
              <a:t>14.01.2026</a:t>
            </a:fld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Номер слайда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 rtlCol="0"/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Местозаполнитель таблицы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 rtlCol="0"/>
          <a:lstStyle>
            <a:lvl1pPr>
              <a:defRPr lang="ru-RU" sz="2000"/>
            </a:lvl1pPr>
          </a:lstStyle>
          <a:p>
            <a:pPr lvl="0" rtl="0"/>
            <a:r>
              <a:rPr lang="ru-RU"/>
              <a:t>Щелкните, чтобы добавить таблицу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Дата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49FDB3F-FB5F-4A13-B0E4-2179062ED3EB}" type="datetime1">
              <a:rPr lang="ru-RU" smtClean="0"/>
              <a:t>14.01.2026</a:t>
            </a:fld>
            <a:endParaRPr lang="ru-RU" dirty="0"/>
          </a:p>
        </p:txBody>
      </p: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 rtlCol="0"/>
          <a:lstStyle>
            <a:lvl1pPr marL="0" indent="0">
              <a:lnSpc>
                <a:spcPts val="1900"/>
              </a:lnSpc>
              <a:buNone/>
              <a:defRPr lang="ru-RU" sz="1800"/>
            </a:lvl1pPr>
            <a:lvl2pPr>
              <a:lnSpc>
                <a:spcPts val="1900"/>
              </a:lnSpc>
              <a:defRPr lang="ru-RU" sz="1800"/>
            </a:lvl2pPr>
            <a:lvl3pPr>
              <a:lnSpc>
                <a:spcPts val="1900"/>
              </a:lnSpc>
              <a:defRPr lang="ru-RU" sz="1800"/>
            </a:lvl3pPr>
            <a:lvl4pPr>
              <a:lnSpc>
                <a:spcPts val="1900"/>
              </a:lnSpc>
              <a:defRPr lang="ru-RU" sz="1800"/>
            </a:lvl4pPr>
            <a:lvl5pPr>
              <a:lnSpc>
                <a:spcPts val="1900"/>
              </a:lnSpc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Дата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3D2EAD99-B809-457B-8FEA-3374F23E7D67}" type="datetime1">
              <a:rPr lang="ru-RU" smtClean="0"/>
              <a:pPr/>
              <a:t>14.01.2026</a:t>
            </a:fld>
            <a:endParaRPr lang="ru-RU" dirty="0">
              <a:latin typeface="+mj-lt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афический объект 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 rtlCol="0"/>
          <a:lstStyle>
            <a:lvl1pPr algn="ctr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4" name="Местозаполнитель таблицы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6" name="Графический объект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Дата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50CC0B67-4873-43C1-A59D-C8B8243567FE}" type="datetime1">
              <a:rPr lang="ru-RU" smtClean="0"/>
              <a:pPr/>
              <a:t>14.01.2026</a:t>
            </a:fld>
            <a:endParaRPr lang="ru-RU" dirty="0">
              <a:latin typeface="+mj-lt"/>
            </a:endParaRPr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Графический объект 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Графический объект 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Номер слайда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!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Прямоугольник: Скругленные углы 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6000" dirty="0"/>
            </a:lvl1pPr>
          </a:lstStyle>
          <a:p>
            <a:pPr lvl="0" algn="ctr" rtl="0"/>
            <a:r>
              <a:rPr lang="ru-RU" b="1"/>
              <a:t>Заголовок слайда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rtlCol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lang="ru-RU" sz="1800"/>
            </a:lvl1pPr>
            <a:lvl2pPr>
              <a:lnSpc>
                <a:spcPct val="150000"/>
              </a:lnSpc>
              <a:defRPr lang="ru-RU" sz="2000"/>
            </a:lvl2pPr>
            <a:lvl3pPr>
              <a:lnSpc>
                <a:spcPct val="150000"/>
              </a:lnSpc>
              <a:defRPr lang="ru-RU" sz="1800"/>
            </a:lvl3pPr>
            <a:lvl4pPr>
              <a:lnSpc>
                <a:spcPct val="150000"/>
              </a:lnSpc>
              <a:defRPr lang="ru-RU" sz="1600"/>
            </a:lvl4pPr>
            <a:lvl5pPr>
              <a:lnSpc>
                <a:spcPct val="150000"/>
              </a:lnSpc>
              <a:defRPr lang="ru-RU" sz="1600"/>
            </a:lvl5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Дата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4CD40B58-63FD-4530-B9E0-C9E7ABF65AE2}" type="datetime1">
              <a:rPr lang="ru-RU" smtClean="0"/>
              <a:pPr/>
              <a:t>14.01.2026</a:t>
            </a:fld>
            <a:endParaRPr lang="ru-RU" dirty="0">
              <a:latin typeface="+mj-lt"/>
            </a:endParaRP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афический объект 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 rtlCol="0"/>
          <a:lstStyle>
            <a:lvl1pPr algn="ctr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pic>
        <p:nvPicPr>
          <p:cNvPr id="6" name="Графический объект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Дата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326B3BE8-832C-4B4E-8995-BC0B71FC1D3B}" type="datetime1">
              <a:rPr lang="ru-RU" smtClean="0"/>
              <a:pPr/>
              <a:t>14.01.2026</a:t>
            </a:fld>
            <a:endParaRPr lang="ru-RU" dirty="0">
              <a:latin typeface="+mj-lt"/>
            </a:endParaRPr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Графический объект 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Графический объект 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Номер слайда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F3A33A56-0597-4E10-A0BE-9EF3BBACC210}" type="datetime1">
              <a:rPr lang="ru-RU" smtClean="0"/>
              <a:pPr/>
              <a:t>14.01.2026</a:t>
            </a:fld>
            <a:endParaRPr lang="ru-RU" dirty="0">
              <a:latin typeface="+mj-lt"/>
            </a:endParaRPr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b="1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F16097B-19FA-4720-8263-205F92129BE2}" type="datetime1">
              <a:rPr lang="ru-RU" smtClean="0"/>
              <a:t>14.01.2026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94A09A9-5501-47C1-A89A-A340965A2BE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49" r:id="rId6"/>
    <p:sldLayoutId id="2147483675" r:id="rId7"/>
    <p:sldLayoutId id="2147483676" r:id="rId8"/>
    <p:sldLayoutId id="2147483664" r:id="rId9"/>
    <p:sldLayoutId id="2147483677" r:id="rId10"/>
    <p:sldLayoutId id="2147483678" r:id="rId11"/>
    <p:sldLayoutId id="2147483681" r:id="rId12"/>
    <p:sldLayoutId id="2147483679" r:id="rId13"/>
    <p:sldLayoutId id="2147483662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sv.ru/articles/ovz-i-ii-iii-iv-v-vi-vii-viii-vidov-i-ikh-rasshifrovka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cyberleninka.ru/article/n/faktory-riska-narusheniya-kognitivnogo-razvitiya-u-detey-obzor" TargetMode="External"/><Relationship Id="rId3" Type="http://schemas.openxmlformats.org/officeDocument/2006/relationships/hyperlink" Target="https://cyberleninka.ru/article/n/adaptatsiya-uchebnogo-materiala-dlya-obuchayuschihsya-s-ogranichennymi-vozmozhnostyami-zdorovya" TargetMode="External"/><Relationship Id="rId7" Type="http://schemas.openxmlformats.org/officeDocument/2006/relationships/hyperlink" Target="https://cyberleninka.ru/article/n/tehnologiya-formirovaniya-samokontrolya-u-mladshih-shkolnikov-s-legkoy-umstvennoy-otstalostyu-v-protsesse-obucheniya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yberleninka.ru/article/n/problema-obucheniya-i-vospitaniya-detey-s-zpr-podhody-i-ih-reshenie" TargetMode="External"/><Relationship Id="rId5" Type="http://schemas.openxmlformats.org/officeDocument/2006/relationships/hyperlink" Target="https://doc.qt.io/qtforpython-6/api.html%23pyside-api" TargetMode="External"/><Relationship Id="rId4" Type="http://schemas.openxmlformats.org/officeDocument/2006/relationships/hyperlink" Target="https://pymorphy2.readthedocs.io/en/stable/user/guide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hqprint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1090" y="1507646"/>
            <a:ext cx="8769820" cy="231294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Учеба с «</a:t>
            </a:r>
            <a:r>
              <a:rPr lang="en-US" dirty="0"/>
              <a:t>KidTelligence</a:t>
            </a:r>
            <a:r>
              <a:rPr lang="ru-RU" dirty="0"/>
              <a:t>»</a:t>
            </a:r>
            <a:endParaRPr lang="ru-RU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9C69A-494A-F1A6-656D-F3A1D45CD060}"/>
              </a:ext>
            </a:extLst>
          </p:cNvPr>
          <p:cNvSpPr txBox="1"/>
          <p:nvPr/>
        </p:nvSpPr>
        <p:spPr>
          <a:xfrm>
            <a:off x="1822663" y="4193881"/>
            <a:ext cx="6769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+mj-lt"/>
              </a:rPr>
              <a:t>Автор: Ковердяев Платон</a:t>
            </a:r>
          </a:p>
          <a:p>
            <a:r>
              <a:rPr lang="ru-RU" sz="2400" dirty="0">
                <a:latin typeface="+mj-lt"/>
              </a:rPr>
              <a:t>Класс: 10«Д»</a:t>
            </a:r>
          </a:p>
          <a:p>
            <a:r>
              <a:rPr lang="ru-RU" sz="2400" dirty="0">
                <a:latin typeface="+mj-lt"/>
              </a:rPr>
              <a:t>Научный руководитель: Королева Екатерина Владимировна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ADE968-F0ED-3582-74DC-29D7D72E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4" y="1059463"/>
            <a:ext cx="6008915" cy="11559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5400" b="1" dirty="0">
                <a:latin typeface="+mj-lt"/>
              </a:rPr>
              <a:t>Введение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121FCD-5305-D1B4-B045-E971883A6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2</a:t>
            </a:fld>
            <a:endParaRPr lang="ru-RU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5D9A2-C5AB-2D40-BCA9-DAACA7152D58}"/>
              </a:ext>
            </a:extLst>
          </p:cNvPr>
          <p:cNvSpPr txBox="1"/>
          <p:nvPr/>
        </p:nvSpPr>
        <p:spPr>
          <a:xfrm>
            <a:off x="412449" y="2166330"/>
            <a:ext cx="60089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342900"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В наше время для формирования личности очень важно получить разносторонние знания, а для этого необходимо обучаться в школе.</a:t>
            </a:r>
          </a:p>
          <a:p>
            <a:pPr marL="342900" indent="342900"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Так как информация в школе подаётся поэтапно, очень важно усвоить базовые знания в начальных классах.</a:t>
            </a:r>
          </a:p>
          <a:p>
            <a:pPr marL="342900" indent="342900"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У детей с когнитивными нарушениями с этим большие проблемы.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D599534-0776-C879-B7FA-E219C19A68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Тяжело учиться">
            <a:extLst>
              <a:ext uri="{FF2B5EF4-FFF2-40B4-BE49-F238E27FC236}">
                <a16:creationId xmlns:a16="http://schemas.microsoft.com/office/drawing/2014/main" id="{90190F0F-D1BB-09EA-44B3-2A7F89243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956" y="1112907"/>
            <a:ext cx="3156325" cy="2106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Очень тяжело">
            <a:extLst>
              <a:ext uri="{FF2B5EF4-FFF2-40B4-BE49-F238E27FC236}">
                <a16:creationId xmlns:a16="http://schemas.microsoft.com/office/drawing/2014/main" id="{42695DEE-DA94-1050-2992-874E4F7B9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4286" y="3392085"/>
            <a:ext cx="2957851" cy="225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4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68553-56F5-C0FF-9A78-9ED72306E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Заголовок 50">
            <a:extLst>
              <a:ext uri="{FF2B5EF4-FFF2-40B4-BE49-F238E27FC236}">
                <a16:creationId xmlns:a16="http://schemas.microsoft.com/office/drawing/2014/main" id="{BC1C6AA9-DC5B-EF9C-8A42-5F7467D89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44" y="841808"/>
            <a:ext cx="6712153" cy="131838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b="1" dirty="0">
                <a:latin typeface="+mj-lt"/>
              </a:rPr>
              <a:t>Решение проблемы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090BC6E7-4694-D226-AE1D-EC0AA9ACD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784" y="4854677"/>
            <a:ext cx="6008915" cy="65292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800" dirty="0"/>
              <a:t>Будущее за технологиями!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2BE199-5107-8B06-F593-6C56B0D8C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3</a:t>
            </a:fld>
            <a:endParaRPr lang="ru-RU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0A00E8-2B71-F8B9-92C1-28D90BDDEDF5}"/>
              </a:ext>
            </a:extLst>
          </p:cNvPr>
          <p:cNvSpPr txBox="1"/>
          <p:nvPr/>
        </p:nvSpPr>
        <p:spPr>
          <a:xfrm>
            <a:off x="385644" y="1975155"/>
            <a:ext cx="61062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342900"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Многие дети любят играть в компьютерные игры, и знают базовые игровые. Поэтому я решил создать «</a:t>
            </a:r>
            <a:r>
              <a:rPr lang="en-US" sz="2400" dirty="0">
                <a:latin typeface="+mj-lt"/>
              </a:rPr>
              <a:t>KidTelligence</a:t>
            </a:r>
            <a:r>
              <a:rPr lang="ru-RU" sz="2400" dirty="0">
                <a:latin typeface="+mj-lt"/>
              </a:rPr>
              <a:t>».</a:t>
            </a:r>
          </a:p>
          <a:p>
            <a:pPr marL="342900" indent="342900"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Это приложение будет в игровой форме помогать детям с особенностями развития усваивать школьную программу.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BAD1C5-F33B-263F-92CD-36BD898F6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65" y="1019501"/>
            <a:ext cx="3392574" cy="1911309"/>
          </a:xfrm>
          <a:prstGeom prst="rect">
            <a:avLst/>
          </a:prstGeom>
        </p:spPr>
      </p:pic>
      <p:pic>
        <p:nvPicPr>
          <p:cNvPr id="1026" name="Picture 2" descr="Роспотребнадзор рекомендовал проводить для школьников не больше трех уроков  за компьютером в день | Вести образования">
            <a:extLst>
              <a:ext uri="{FF2B5EF4-FFF2-40B4-BE49-F238E27FC236}">
                <a16:creationId xmlns:a16="http://schemas.microsoft.com/office/drawing/2014/main" id="{B4370303-BFEE-22EE-A27A-4DBCE21B2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7438" y="3529883"/>
            <a:ext cx="3404699" cy="183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57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94237-6C4C-890B-280F-EF9611D90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670FF8-82A0-1BC1-3B6C-ACD4AAA15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46072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5400" b="1" dirty="0">
                <a:latin typeface="+mj-lt"/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DB0D1C-79B7-2E35-6D58-DDA11327DF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693454"/>
            <a:ext cx="10907016" cy="3340099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pPr indent="0">
              <a:lnSpc>
                <a:spcPct val="100000"/>
              </a:lnSpc>
              <a:buNone/>
            </a:pPr>
            <a:r>
              <a:rPr lang="ru-RU" sz="2400" b="1" dirty="0">
                <a:latin typeface="+mj-lt"/>
              </a:rPr>
              <a:t>Цели</a:t>
            </a:r>
            <a:r>
              <a:rPr lang="ru-RU" sz="2400" dirty="0">
                <a:latin typeface="+mj-lt"/>
              </a:rPr>
              <a:t>:</a:t>
            </a:r>
          </a:p>
          <a:p>
            <a:pPr marL="628650" indent="-342900">
              <a:lnSpc>
                <a:spcPct val="100000"/>
              </a:lnSpc>
            </a:pPr>
            <a:r>
              <a:rPr lang="ru-RU" sz="2400" dirty="0">
                <a:latin typeface="+mj-lt"/>
              </a:rPr>
              <a:t>Вызвать у ребенка интерес к решению заданий</a:t>
            </a:r>
          </a:p>
          <a:p>
            <a:pPr marL="628650" indent="-342900">
              <a:lnSpc>
                <a:spcPct val="100000"/>
              </a:lnSpc>
            </a:pPr>
            <a:r>
              <a:rPr lang="ru-RU" sz="2400" dirty="0">
                <a:latin typeface="+mj-lt"/>
              </a:rPr>
              <a:t>Сократить время качественного выполнения заданий</a:t>
            </a:r>
          </a:p>
          <a:p>
            <a:pPr indent="0">
              <a:lnSpc>
                <a:spcPct val="100000"/>
              </a:lnSpc>
              <a:buNone/>
            </a:pPr>
            <a:r>
              <a:rPr lang="ru-RU" sz="2400" b="1" dirty="0">
                <a:latin typeface="+mj-lt"/>
              </a:rPr>
              <a:t>Задачи</a:t>
            </a:r>
            <a:r>
              <a:rPr lang="ru-RU" sz="2400" dirty="0">
                <a:latin typeface="+mj-lt"/>
              </a:rPr>
              <a:t>:</a:t>
            </a:r>
          </a:p>
          <a:p>
            <a:pPr indent="285750">
              <a:lnSpc>
                <a:spcPct val="100000"/>
              </a:lnSpc>
            </a:pPr>
            <a:r>
              <a:rPr lang="ru-RU" sz="2400" dirty="0">
                <a:latin typeface="+mj-lt"/>
              </a:rPr>
              <a:t>Изучить классификацию ОВЗ</a:t>
            </a:r>
          </a:p>
          <a:p>
            <a:pPr indent="285750">
              <a:lnSpc>
                <a:spcPct val="100000"/>
              </a:lnSpc>
            </a:pPr>
            <a:r>
              <a:rPr lang="ru-RU" sz="2400" dirty="0">
                <a:latin typeface="+mj-lt"/>
              </a:rPr>
              <a:t>Изучить типы текстовых задач</a:t>
            </a:r>
          </a:p>
          <a:p>
            <a:pPr indent="285750">
              <a:lnSpc>
                <a:spcPct val="100000"/>
              </a:lnSpc>
            </a:pPr>
            <a:r>
              <a:rPr lang="ru-RU" sz="2400" dirty="0">
                <a:latin typeface="+mj-lt"/>
              </a:rPr>
              <a:t>Написать код игры</a:t>
            </a:r>
          </a:p>
          <a:p>
            <a:pPr indent="285750">
              <a:lnSpc>
                <a:spcPct val="100000"/>
              </a:lnSpc>
            </a:pPr>
            <a:r>
              <a:rPr lang="ru-RU" sz="2400" dirty="0">
                <a:latin typeface="+mj-lt"/>
              </a:rPr>
              <a:t>Провести тестирование</a:t>
            </a:r>
          </a:p>
          <a:p>
            <a:pPr marL="628650" indent="-342900">
              <a:lnSpc>
                <a:spcPct val="100000"/>
              </a:lnSpc>
            </a:pPr>
            <a:endParaRPr lang="ru-RU" sz="2400" b="1" dirty="0">
              <a:latin typeface="+mj-lt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B2FC82-ED98-33C2-0E8C-B372C308B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4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8180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652607-79F4-9A91-3A0B-429BDED9C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8349" y="1224098"/>
            <a:ext cx="7989365" cy="1046560"/>
          </a:xfrm>
        </p:spPr>
        <p:txBody>
          <a:bodyPr rtlCol="0"/>
          <a:lstStyle>
            <a:defPPr>
              <a:defRPr lang="ru-RU"/>
            </a:defPPr>
          </a:lstStyle>
          <a:p>
            <a:pPr rtl="0">
              <a:lnSpc>
                <a:spcPct val="100000"/>
              </a:lnSpc>
            </a:pPr>
            <a:r>
              <a:rPr lang="ru-RU" sz="5400" b="1" dirty="0">
                <a:latin typeface="+mj-lt"/>
              </a:rPr>
              <a:t>Типы текстовых задач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CAE2AC3F-3A0B-14BC-D93E-2AF099DC2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0171" y="5017288"/>
            <a:ext cx="7271657" cy="65292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Совершенствование презентации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14B196-804B-C10C-9EB2-B38EFAD1F842}"/>
              </a:ext>
            </a:extLst>
          </p:cNvPr>
          <p:cNvSpPr/>
          <p:nvPr/>
        </p:nvSpPr>
        <p:spPr>
          <a:xfrm>
            <a:off x="2178604" y="4320387"/>
            <a:ext cx="7849111" cy="1626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83E1FB-ADE2-9543-EB7D-251EE3E7B200}"/>
              </a:ext>
            </a:extLst>
          </p:cNvPr>
          <p:cNvSpPr/>
          <p:nvPr/>
        </p:nvSpPr>
        <p:spPr>
          <a:xfrm>
            <a:off x="3988994" y="2273172"/>
            <a:ext cx="4314250" cy="822346"/>
          </a:xfrm>
          <a:prstGeom prst="roundRect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E330AE-F764-D10C-FA0B-E60CBBEAA980}"/>
              </a:ext>
            </a:extLst>
          </p:cNvPr>
          <p:cNvSpPr txBox="1"/>
          <p:nvPr/>
        </p:nvSpPr>
        <p:spPr>
          <a:xfrm>
            <a:off x="4176170" y="2270658"/>
            <a:ext cx="3939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dirty="0">
                <a:solidFill>
                  <a:schemeClr val="bg1"/>
                </a:solidFill>
                <a:latin typeface="+mj-lt"/>
              </a:rPr>
              <a:t>Задачи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3D6F26-6AFA-4EE7-21CA-20671FDDC8A3}"/>
              </a:ext>
            </a:extLst>
          </p:cNvPr>
          <p:cNvSpPr/>
          <p:nvPr/>
        </p:nvSpPr>
        <p:spPr>
          <a:xfrm>
            <a:off x="1865148" y="3557026"/>
            <a:ext cx="3835571" cy="2516255"/>
          </a:xfrm>
          <a:prstGeom prst="roundRect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5FD930-B0AA-4887-78F9-31C66FAC8FA8}"/>
              </a:ext>
            </a:extLst>
          </p:cNvPr>
          <p:cNvSpPr/>
          <p:nvPr/>
        </p:nvSpPr>
        <p:spPr>
          <a:xfrm>
            <a:off x="6369384" y="3508209"/>
            <a:ext cx="3939898" cy="2573584"/>
          </a:xfrm>
          <a:prstGeom prst="roundRect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A11B159D-34DA-1218-26F1-7BD960C2AB6B}"/>
              </a:ext>
            </a:extLst>
          </p:cNvPr>
          <p:cNvSpPr/>
          <p:nvPr/>
        </p:nvSpPr>
        <p:spPr>
          <a:xfrm rot="19840537">
            <a:off x="4463629" y="3218665"/>
            <a:ext cx="487687" cy="21133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9A021F22-0C9D-8555-AD39-50FA852FB137}"/>
              </a:ext>
            </a:extLst>
          </p:cNvPr>
          <p:cNvSpPr/>
          <p:nvPr/>
        </p:nvSpPr>
        <p:spPr>
          <a:xfrm rot="12632178">
            <a:off x="7240685" y="3218665"/>
            <a:ext cx="487687" cy="21133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5C18C3-32AE-F807-8B18-26E00598BB6B}"/>
              </a:ext>
            </a:extLst>
          </p:cNvPr>
          <p:cNvSpPr txBox="1"/>
          <p:nvPr/>
        </p:nvSpPr>
        <p:spPr>
          <a:xfrm>
            <a:off x="2164285" y="3520710"/>
            <a:ext cx="3277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+mj-lt"/>
              </a:rPr>
              <a:t>В одно действие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B51446-D88A-E68F-AB6C-9DD2E671338C}"/>
              </a:ext>
            </a:extLst>
          </p:cNvPr>
          <p:cNvSpPr txBox="1"/>
          <p:nvPr/>
        </p:nvSpPr>
        <p:spPr>
          <a:xfrm>
            <a:off x="6597438" y="3483661"/>
            <a:ext cx="3536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+mj-lt"/>
              </a:rPr>
              <a:t>В несколько действий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509530-926E-1CF4-D5E8-0D1FA699F516}"/>
              </a:ext>
            </a:extLst>
          </p:cNvPr>
          <p:cNvSpPr txBox="1"/>
          <p:nvPr/>
        </p:nvSpPr>
        <p:spPr>
          <a:xfrm>
            <a:off x="1934072" y="3942440"/>
            <a:ext cx="45572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+mj-lt"/>
              </a:rPr>
              <a:t>1 класс: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+mj-lt"/>
              </a:rPr>
              <a:t> Задачи на +\- в пределах 20</a:t>
            </a:r>
          </a:p>
          <a:p>
            <a:r>
              <a:rPr lang="ru-RU" sz="2000" dirty="0">
                <a:solidFill>
                  <a:schemeClr val="bg1"/>
                </a:solidFill>
                <a:latin typeface="+mj-lt"/>
              </a:rPr>
              <a:t>2 класс: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+mj-lt"/>
              </a:rPr>
              <a:t> Задачи на +\- в пределах 100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+mj-lt"/>
              </a:rPr>
              <a:t> Задачи на умножение\деление</a:t>
            </a:r>
          </a:p>
          <a:p>
            <a:endParaRPr lang="ru-RU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10D5A1-DA54-8B27-5E17-4B4D63653478}"/>
              </a:ext>
            </a:extLst>
          </p:cNvPr>
          <p:cNvSpPr txBox="1"/>
          <p:nvPr/>
        </p:nvSpPr>
        <p:spPr>
          <a:xfrm>
            <a:off x="6491283" y="3945795"/>
            <a:ext cx="45572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+mj-lt"/>
              </a:rPr>
              <a:t>1 класс: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+mj-lt"/>
              </a:rPr>
              <a:t> Задачи на +\- в пределах 20</a:t>
            </a:r>
          </a:p>
          <a:p>
            <a:r>
              <a:rPr lang="ru-RU" sz="2000" dirty="0">
                <a:solidFill>
                  <a:schemeClr val="bg1"/>
                </a:solidFill>
                <a:latin typeface="+mj-lt"/>
              </a:rPr>
              <a:t>2 класс: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+mj-lt"/>
              </a:rPr>
              <a:t> Задачи на +\- в пределах 100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+mj-lt"/>
              </a:rPr>
              <a:t> Задачи на умножение\деление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+mj-lt"/>
              </a:rPr>
              <a:t> Комбинированные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4292537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8E650-DC5D-9BAC-3CC6-9F6ED1C8B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4ABF28-CAF7-8465-829D-E0261432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2" y="881363"/>
            <a:ext cx="6008915" cy="115596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5400" b="1" dirty="0">
                <a:latin typeface="+mj-lt"/>
              </a:rPr>
              <a:t>Виды ОВЗ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222257-E2E5-3D8E-1BFC-47D37E12B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6</a:t>
            </a:fld>
            <a:endParaRPr lang="ru-RU" b="1" dirty="0">
              <a:latin typeface="+mj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D6401E-046F-EB85-D245-DD9FD5667280}"/>
              </a:ext>
            </a:extLst>
          </p:cNvPr>
          <p:cNvSpPr/>
          <p:nvPr/>
        </p:nvSpPr>
        <p:spPr>
          <a:xfrm>
            <a:off x="7665004" y="1982108"/>
            <a:ext cx="3835571" cy="2516255"/>
          </a:xfrm>
          <a:prstGeom prst="roundRect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D4A64A-E592-9CB0-D6F0-658E0685DBA4}"/>
              </a:ext>
            </a:extLst>
          </p:cNvPr>
          <p:cNvSpPr txBox="1"/>
          <p:nvPr/>
        </p:nvSpPr>
        <p:spPr>
          <a:xfrm>
            <a:off x="7748841" y="2080168"/>
            <a:ext cx="38232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+mj-lt"/>
              </a:rPr>
              <a:t>Мое приложение рассчитано на выделенные категории детей с ОВЗ, так как у остальных проблемы с усвоением материала выражены иначе.</a:t>
            </a:r>
          </a:p>
          <a:p>
            <a:endParaRPr lang="ru-RU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0E2CDC-F549-FCB5-D5BC-820D7CF4CF9F}"/>
              </a:ext>
            </a:extLst>
          </p:cNvPr>
          <p:cNvSpPr txBox="1"/>
          <p:nvPr/>
        </p:nvSpPr>
        <p:spPr>
          <a:xfrm>
            <a:off x="619863" y="1891414"/>
            <a:ext cx="610622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>
                <a:latin typeface="+mj-lt"/>
              </a:rPr>
              <a:t>Категории детей с ОВЗ (</a:t>
            </a:r>
            <a:r>
              <a:rPr lang="ru-RU" sz="2200" dirty="0">
                <a:latin typeface="+mj-lt"/>
                <a:hlinkClick r:id="rId3"/>
              </a:rPr>
              <a:t>ссылка на статью</a:t>
            </a:r>
            <a:r>
              <a:rPr lang="ru-RU" sz="2200" dirty="0">
                <a:latin typeface="+mj-lt"/>
              </a:rPr>
              <a:t>):</a:t>
            </a:r>
          </a:p>
          <a:p>
            <a:pPr lvl="1">
              <a:buFont typeface="Arial" pitchFamily="34" charset="0"/>
              <a:buChar char="•"/>
            </a:pPr>
            <a:r>
              <a:rPr lang="ru-RU" sz="2200" dirty="0">
                <a:latin typeface="+mj-lt"/>
              </a:rPr>
              <a:t> Дети с нарушениями слуха</a:t>
            </a:r>
          </a:p>
          <a:p>
            <a:pPr lvl="1">
              <a:buFont typeface="Arial" pitchFamily="34" charset="0"/>
              <a:buChar char="•"/>
            </a:pPr>
            <a:r>
              <a:rPr lang="ru-RU" sz="2200" dirty="0">
                <a:latin typeface="+mj-lt"/>
              </a:rPr>
              <a:t> Дети с нарушениями зрения</a:t>
            </a:r>
          </a:p>
          <a:p>
            <a:pPr lvl="1">
              <a:buFont typeface="Arial" pitchFamily="34" charset="0"/>
              <a:buChar char="•"/>
            </a:pPr>
            <a:r>
              <a:rPr lang="ru-RU" sz="2200" dirty="0">
                <a:latin typeface="+mj-lt"/>
              </a:rPr>
              <a:t> </a:t>
            </a:r>
            <a:r>
              <a:rPr lang="ru-RU" sz="2200" b="1" dirty="0">
                <a:latin typeface="+mj-lt"/>
              </a:rPr>
              <a:t>Дети с нарушениями речи</a:t>
            </a:r>
          </a:p>
          <a:p>
            <a:pPr lvl="1">
              <a:buFont typeface="Arial" pitchFamily="34" charset="0"/>
              <a:buChar char="•"/>
            </a:pPr>
            <a:r>
              <a:rPr lang="ru-RU" sz="2200" b="1" dirty="0">
                <a:latin typeface="+mj-lt"/>
              </a:rPr>
              <a:t> Дети с нарушениями интеллекта</a:t>
            </a:r>
          </a:p>
          <a:p>
            <a:pPr lvl="1">
              <a:buFont typeface="Arial" pitchFamily="34" charset="0"/>
              <a:buChar char="•"/>
            </a:pPr>
            <a:r>
              <a:rPr lang="ru-RU" sz="2200" b="1" dirty="0">
                <a:latin typeface="+mj-lt"/>
              </a:rPr>
              <a:t> Дети с задержкой психического развития</a:t>
            </a:r>
          </a:p>
          <a:p>
            <a:pPr lvl="1">
              <a:buFont typeface="Arial" pitchFamily="34" charset="0"/>
              <a:buChar char="•"/>
            </a:pPr>
            <a:r>
              <a:rPr lang="ru-RU" sz="2200" dirty="0">
                <a:latin typeface="+mj-lt"/>
              </a:rPr>
              <a:t> Дети с нарушениями опорно-двигательного аппарата</a:t>
            </a:r>
          </a:p>
          <a:p>
            <a:pPr lvl="1">
              <a:buFont typeface="Arial" pitchFamily="34" charset="0"/>
              <a:buChar char="•"/>
            </a:pPr>
            <a:r>
              <a:rPr lang="ru-RU" sz="2200" dirty="0">
                <a:latin typeface="+mj-lt"/>
              </a:rPr>
              <a:t> Дети с нарушениями эмоционально- волевой сферы и поведения</a:t>
            </a:r>
          </a:p>
          <a:p>
            <a:pPr lvl="1">
              <a:buFont typeface="Arial" pitchFamily="34" charset="0"/>
              <a:buChar char="•"/>
            </a:pPr>
            <a:r>
              <a:rPr lang="ru-RU" sz="2200" b="1" dirty="0">
                <a:latin typeface="+mj-lt"/>
              </a:rPr>
              <a:t> Дети с множественными нарушениями</a:t>
            </a:r>
          </a:p>
        </p:txBody>
      </p:sp>
    </p:spTree>
    <p:extLst>
      <p:ext uri="{BB962C8B-B14F-4D97-AF65-F5344CB8AC3E}">
        <p14:creationId xmlns:p14="http://schemas.microsoft.com/office/powerpoint/2010/main" val="2196037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5400" b="1" dirty="0">
                <a:latin typeface="+mj-lt"/>
              </a:rPr>
              <a:t>Концепция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indent="285750">
              <a:lnSpc>
                <a:spcPct val="100000"/>
              </a:lnSpc>
            </a:pPr>
            <a:r>
              <a:rPr lang="ru-RU" sz="2400" dirty="0">
                <a:latin typeface="+mj-lt"/>
              </a:rPr>
              <a:t>По сути «</a:t>
            </a:r>
            <a:r>
              <a:rPr lang="en-US" sz="2400" dirty="0">
                <a:latin typeface="+mj-lt"/>
              </a:rPr>
              <a:t>KidTelligence</a:t>
            </a:r>
            <a:r>
              <a:rPr lang="ru-RU" sz="2400" dirty="0">
                <a:latin typeface="+mj-lt"/>
              </a:rPr>
              <a:t>» - это генератор текстовых задач по математике , но в игровом формате.</a:t>
            </a:r>
          </a:p>
          <a:p>
            <a:pPr indent="285750">
              <a:lnSpc>
                <a:spcPct val="100000"/>
              </a:lnSpc>
            </a:pPr>
            <a:r>
              <a:rPr lang="ru-RU" sz="2400" dirty="0">
                <a:latin typeface="+mj-lt"/>
              </a:rPr>
              <a:t>В игре есть система вознаграждений, игровая валюта и магазин, разделение на уровни сложности и упрощенная система аккаунтов.</a:t>
            </a:r>
          </a:p>
          <a:p>
            <a:pPr indent="285750">
              <a:lnSpc>
                <a:spcPct val="100000"/>
              </a:lnSpc>
            </a:pPr>
            <a:r>
              <a:rPr lang="ru-RU" sz="2400" dirty="0">
                <a:latin typeface="+mj-lt"/>
              </a:rPr>
              <a:t>Такой подход будет стимулировать ребёнка к решению все большего и большего количества задач, что поможет ему с формированием базовых знаний и усвоением школьной программы.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420634-75FC-1021-C59D-6A615E04C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7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21768-96CF-05EB-0BAD-BA4141757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66851-B069-8589-5ED5-C0DFEE9D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49" y="403224"/>
            <a:ext cx="5946389" cy="221955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5400" b="1" dirty="0">
                <a:latin typeface="+mj-lt"/>
              </a:rPr>
              <a:t>Особенности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330B69-CDF7-D7DC-5E63-70B0D8BD61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49" y="2681514"/>
            <a:ext cx="5946389" cy="1997530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pPr indent="285750">
              <a:lnSpc>
                <a:spcPct val="100000"/>
              </a:lnSpc>
            </a:pPr>
            <a:r>
              <a:rPr lang="ru-RU" sz="2400" dirty="0">
                <a:latin typeface="+mj-lt"/>
              </a:rPr>
              <a:t>Так как у рассматриваемых мной детей в есть трудности с удержанием внимания, интерфейс содержит в себе максимально мало деталей. Кнопки большие и контрастные, шрифт мягкий и без засечек.</a:t>
            </a:r>
          </a:p>
          <a:p>
            <a:pPr indent="285750">
              <a:lnSpc>
                <a:spcPct val="100000"/>
              </a:lnSpc>
            </a:pPr>
            <a:r>
              <a:rPr lang="ru-RU" sz="2400" dirty="0">
                <a:latin typeface="+mj-lt"/>
              </a:rPr>
              <a:t>Большая часть интерфейса реализована с помощью </a:t>
            </a:r>
            <a:r>
              <a:rPr lang="en-US" sz="2400" dirty="0">
                <a:latin typeface="+mj-lt"/>
              </a:rPr>
              <a:t>QtDesigner</a:t>
            </a:r>
            <a:r>
              <a:rPr lang="ru-RU" sz="2400" dirty="0">
                <a:latin typeface="+mj-lt"/>
              </a:rPr>
              <a:t>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1527CE-284D-A3F6-4256-BBF0B333F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8</a:t>
            </a:fld>
            <a:endParaRPr lang="ru-RU" b="1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3D3A76-DDC6-633D-F4ED-EB9422552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96200" y="2167523"/>
            <a:ext cx="2895600" cy="1858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5A2337DD-5313-BE2F-7FAC-0DB6EB907F3A}"/>
              </a:ext>
            </a:extLst>
          </p:cNvPr>
          <p:cNvSpPr txBox="1"/>
          <p:nvPr/>
        </p:nvSpPr>
        <p:spPr>
          <a:xfrm>
            <a:off x="7696200" y="4085223"/>
            <a:ext cx="297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dirty="0">
                <a:latin typeface="+mj-lt"/>
              </a:rPr>
              <a:t>Главное меню</a:t>
            </a:r>
          </a:p>
        </p:txBody>
      </p:sp>
    </p:spTree>
    <p:extLst>
      <p:ext uri="{BB962C8B-B14F-4D97-AF65-F5344CB8AC3E}">
        <p14:creationId xmlns:p14="http://schemas.microsoft.com/office/powerpoint/2010/main" val="3017281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5400" b="1" dirty="0">
                <a:latin typeface="+mj-lt"/>
              </a:rPr>
              <a:t>Действия в игре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D3542AA-82FB-8DD5-2A66-7F47BFF88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9</a:t>
            </a:fld>
            <a:endParaRPr lang="ru-RU" b="1" dirty="0">
              <a:latin typeface="+mj-l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8AA63-2D86-48EB-B6CF-E7A61210098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2233" y="2178050"/>
            <a:ext cx="4873446" cy="2994868"/>
          </a:xfrm>
        </p:spPr>
        <p:txBody>
          <a:bodyPr/>
          <a:lstStyle/>
          <a:p>
            <a:r>
              <a:rPr lang="ru-RU" sz="2400" b="1" dirty="0">
                <a:latin typeface="+mj-lt"/>
              </a:rPr>
              <a:t>Основные действия в игре</a:t>
            </a:r>
            <a:r>
              <a:rPr lang="ru-RU" sz="2400" dirty="0">
                <a:latin typeface="+mj-lt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Регистрация в системе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Генерация задания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Проверка ответа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77485-4214-E620-3B39-0F5F38D827B4}"/>
              </a:ext>
            </a:extLst>
          </p:cNvPr>
          <p:cNvSpPr txBox="1"/>
          <p:nvPr/>
        </p:nvSpPr>
        <p:spPr>
          <a:xfrm>
            <a:off x="822233" y="3513022"/>
            <a:ext cx="48734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+mj-lt"/>
              </a:rPr>
              <a:t>Элементы развлечения</a:t>
            </a:r>
            <a:r>
              <a:rPr lang="ru-RU" sz="2400" dirty="0">
                <a:latin typeface="+mj-lt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Вознаграждения за правильные ответы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Приобретение украшений в игровом магазине</a:t>
            </a:r>
          </a:p>
        </p:txBody>
      </p:sp>
      <p:pic>
        <p:nvPicPr>
          <p:cNvPr id="11" name="Рисунок 5">
            <a:extLst>
              <a:ext uri="{FF2B5EF4-FFF2-40B4-BE49-F238E27FC236}">
                <a16:creationId xmlns:a16="http://schemas.microsoft.com/office/drawing/2014/main" id="{64F83042-7711-441F-F2B4-EA304D538FBF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96323" y="2178050"/>
            <a:ext cx="1767243" cy="1243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Рисунок 7">
            <a:extLst>
              <a:ext uri="{FF2B5EF4-FFF2-40B4-BE49-F238E27FC236}">
                <a16:creationId xmlns:a16="http://schemas.microsoft.com/office/drawing/2014/main" id="{B5220F65-F85E-FADC-1F84-ADA5136C04CE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25624" y="3860801"/>
            <a:ext cx="1767243" cy="1243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Рисунок 6">
            <a:extLst>
              <a:ext uri="{FF2B5EF4-FFF2-40B4-BE49-F238E27FC236}">
                <a16:creationId xmlns:a16="http://schemas.microsoft.com/office/drawing/2014/main" id="{BF3EC991-BFD5-9E0E-E7D1-D7FCC2CD35C8}"/>
              </a:ext>
            </a:extLst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366200" y="2617367"/>
            <a:ext cx="1767243" cy="1243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EF2925E-306D-982C-EEE7-9203844D230B}"/>
              </a:ext>
            </a:extLst>
          </p:cNvPr>
          <p:cNvSpPr txBox="1"/>
          <p:nvPr/>
        </p:nvSpPr>
        <p:spPr>
          <a:xfrm>
            <a:off x="6444105" y="3421484"/>
            <a:ext cx="1999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+mj-lt"/>
              </a:rPr>
              <a:t>Страница с задачей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7D36E3-1E10-43B4-2E73-62975787A4D4}"/>
              </a:ext>
            </a:extLst>
          </p:cNvPr>
          <p:cNvSpPr txBox="1"/>
          <p:nvPr/>
        </p:nvSpPr>
        <p:spPr>
          <a:xfrm>
            <a:off x="7061473" y="5104235"/>
            <a:ext cx="1883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+mj-lt"/>
              </a:rPr>
              <a:t>Игровой магазин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0E5DD0-A7D3-69AB-4B16-D6EA4F3A33EC}"/>
              </a:ext>
            </a:extLst>
          </p:cNvPr>
          <p:cNvSpPr txBox="1"/>
          <p:nvPr/>
        </p:nvSpPr>
        <p:spPr>
          <a:xfrm>
            <a:off x="9308877" y="3860801"/>
            <a:ext cx="1881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+mj-lt"/>
              </a:rPr>
              <a:t>Вознаграждение</a:t>
            </a:r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BB9EEEB-17BB-C5D5-CDC9-3494B472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5400" b="1" dirty="0">
                <a:latin typeface="+mj-lt"/>
              </a:rPr>
              <a:t>Система аккаунтов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94D6DA3F-EA1B-C232-77E4-39A411FFB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798" y="2209800"/>
            <a:ext cx="6762631" cy="2994868"/>
          </a:xfrm>
        </p:spPr>
        <p:txBody>
          <a:bodyPr rtlCol="0"/>
          <a:lstStyle>
            <a:defPPr>
              <a:defRPr lang="ru-RU"/>
            </a:defPPr>
          </a:lstStyle>
          <a:p>
            <a:pPr marL="342900" indent="342900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В игре есть упрощенная система аккаунтов, где вместо сложных логинов и паролей требуется только имя ребенка и его класс обучения.</a:t>
            </a:r>
          </a:p>
          <a:p>
            <a:pPr marL="342900" indent="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+mj-lt"/>
              </a:rPr>
              <a:t>Информация о пользователях хранится в базе данных, а изменения вносятся с помощью </a:t>
            </a:r>
            <a:r>
              <a:rPr lang="en-US" sz="2400" dirty="0">
                <a:latin typeface="+mj-lt"/>
              </a:rPr>
              <a:t>SQL-</a:t>
            </a:r>
            <a:r>
              <a:rPr lang="ru-RU" sz="2400" dirty="0">
                <a:latin typeface="+mj-lt"/>
              </a:rPr>
              <a:t>запросов.</a:t>
            </a:r>
          </a:p>
          <a:p>
            <a:pPr marL="342900" indent="342900" rtl="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2400" dirty="0">
              <a:latin typeface="+mj-lt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1666D3-AEBC-3481-2B8F-AB51BE393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10</a:t>
            </a:fld>
            <a:endParaRPr lang="ru-RU" b="1" dirty="0">
              <a:latin typeface="+mj-lt"/>
            </a:endParaRPr>
          </a:p>
        </p:txBody>
      </p:sp>
      <p:pic>
        <p:nvPicPr>
          <p:cNvPr id="8" name="Рисунок 9">
            <a:extLst>
              <a:ext uri="{FF2B5EF4-FFF2-40B4-BE49-F238E27FC236}">
                <a16:creationId xmlns:a16="http://schemas.microsoft.com/office/drawing/2014/main" id="{0082279A-FB0A-DE83-D903-AB7EE6B2A242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28916" y="2108200"/>
            <a:ext cx="2002971" cy="1219200"/>
          </a:xfrm>
          <a:prstGeom prst="rect">
            <a:avLst/>
          </a:prstGeom>
          <a:noFill/>
        </p:spPr>
      </p:pic>
      <p:pic>
        <p:nvPicPr>
          <p:cNvPr id="9" name="Рисунок 11">
            <a:extLst>
              <a:ext uri="{FF2B5EF4-FFF2-40B4-BE49-F238E27FC236}">
                <a16:creationId xmlns:a16="http://schemas.microsoft.com/office/drawing/2014/main" id="{4C12403D-D6F3-8182-85DD-1F65101FB599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30401" y="3936792"/>
            <a:ext cx="2002971" cy="1251343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3B3702-33DF-5605-61D8-5730B769A1E2}"/>
              </a:ext>
            </a:extLst>
          </p:cNvPr>
          <p:cNvSpPr txBox="1"/>
          <p:nvPr/>
        </p:nvSpPr>
        <p:spPr>
          <a:xfrm>
            <a:off x="8416001" y="3293542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+mj-lt"/>
              </a:rPr>
              <a:t>Ввод имени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7A9F59-1BE2-E56C-702D-58008D23FA5D}"/>
              </a:ext>
            </a:extLst>
          </p:cNvPr>
          <p:cNvSpPr txBox="1"/>
          <p:nvPr/>
        </p:nvSpPr>
        <p:spPr>
          <a:xfrm>
            <a:off x="9243315" y="5204668"/>
            <a:ext cx="2002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+mj-lt"/>
              </a:rPr>
              <a:t>Выбор класса</a:t>
            </a:r>
          </a:p>
        </p:txBody>
      </p:sp>
    </p:spTree>
    <p:extLst>
      <p:ext uri="{BB962C8B-B14F-4D97-AF65-F5344CB8AC3E}">
        <p14:creationId xmlns:p14="http://schemas.microsoft.com/office/powerpoint/2010/main" val="1098851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B4F4095-BDED-C078-22D5-1BF1E3AA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990005"/>
            <a:ext cx="10907016" cy="92251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5400" b="1" dirty="0">
                <a:latin typeface="+mj-lt"/>
              </a:rPr>
              <a:t>Тестирование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6C2BF529-2BDD-94C0-202F-CA0D13A19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5" y="2928363"/>
            <a:ext cx="4764771" cy="246738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400" dirty="0">
                <a:latin typeface="+mj-lt"/>
              </a:rPr>
              <a:t>Начиная с Декабря, мой брат с диагнозом ДЦП играл в представленную игру и проходил контрольные тестирования из 2-х заданий 2 раза в неделю.</a:t>
            </a:r>
          </a:p>
          <a:p>
            <a:pPr rtl="0"/>
            <a:r>
              <a:rPr lang="ru-RU" sz="2400" dirty="0">
                <a:latin typeface="+mj-lt"/>
              </a:rPr>
              <a:t>На диаграмме представлена продолжительность выполнения тестов.</a:t>
            </a:r>
          </a:p>
          <a:p>
            <a:pPr rtl="0"/>
            <a:endParaRPr lang="ru-RU" sz="2400" dirty="0">
              <a:latin typeface="+mj-lt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531C35-FB2E-F9F7-8D1E-64ACCC0E7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11</a:t>
            </a:fld>
            <a:endParaRPr lang="ru-RU" b="1" dirty="0">
              <a:latin typeface="+mj-lt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298EEA6-4EFF-0A26-AAA6-71C45496E4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1629090"/>
              </p:ext>
            </p:extLst>
          </p:nvPr>
        </p:nvGraphicFramePr>
        <p:xfrm>
          <a:off x="6094858" y="2770717"/>
          <a:ext cx="5194300" cy="3014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41361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4AFE818-0DBE-0E12-2EC7-51B44683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5400" b="1" dirty="0">
                <a:latin typeface="+mj-lt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57517E-4AA9-56C2-7E84-6E2482958A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9245" y="2152652"/>
            <a:ext cx="3062967" cy="3131786"/>
          </a:xfrm>
        </p:spPr>
        <p:txBody>
          <a:bodyPr rtlCol="0"/>
          <a:lstStyle>
            <a:defPPr>
              <a:defRPr lang="ru-RU"/>
            </a:defPPr>
          </a:lstStyle>
          <a:p>
            <a:pPr marL="0" indent="0" rtl="0">
              <a:lnSpc>
                <a:spcPct val="100000"/>
              </a:lnSpc>
              <a:buNone/>
            </a:pPr>
            <a:r>
              <a:rPr lang="ru-RU" sz="2000" b="1" dirty="0">
                <a:latin typeface="+mj-lt"/>
              </a:rPr>
              <a:t>В итоге</a:t>
            </a:r>
            <a:r>
              <a:rPr lang="ru-RU" sz="2000" dirty="0">
                <a:latin typeface="+mj-lt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latin typeface="+mj-lt"/>
              </a:rPr>
              <a:t>Написана обучающая игра «</a:t>
            </a:r>
            <a:r>
              <a:rPr lang="en-US" sz="2000" dirty="0">
                <a:latin typeface="+mj-lt"/>
              </a:rPr>
              <a:t>KidTelligence</a:t>
            </a:r>
            <a:r>
              <a:rPr lang="ru-RU" sz="2000" dirty="0">
                <a:latin typeface="+mj-lt"/>
              </a:rPr>
              <a:t>»</a:t>
            </a: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+mj-lt"/>
              </a:rPr>
              <a:t>Проведено тестирование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latin typeface="+mj-lt"/>
              </a:rPr>
              <a:t>Время качественного выполнения заданий сокращено.</a:t>
            </a:r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8EDFF58B-671A-80A2-9FC1-39A4233DF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19626" y="2241551"/>
            <a:ext cx="6626226" cy="3135993"/>
          </a:xfrm>
        </p:spPr>
        <p:txBody>
          <a:bodyPr rtlCol="0"/>
          <a:lstStyle>
            <a:defPPr>
              <a:defRPr lang="ru-RU"/>
            </a:def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+mj-lt"/>
              </a:rPr>
              <a:t>Проблема обучаемости детей с ОВЗ очень остро стоит в семьях, так как без образования ребенок не сможет социализироваться.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+mj-lt"/>
              </a:rPr>
              <a:t>«</a:t>
            </a:r>
            <a:r>
              <a:rPr lang="en-US" sz="2000" dirty="0">
                <a:latin typeface="+mj-lt"/>
              </a:rPr>
              <a:t>KidTelligence</a:t>
            </a:r>
            <a:r>
              <a:rPr lang="ru-RU" sz="2000" dirty="0">
                <a:latin typeface="+mj-lt"/>
              </a:rPr>
              <a:t>» помогает решить данную проблему, причем в игровом формате. Так ребенку выполнение заданий дается гораздо легче, чем в учебнике или задачнике, у него увеличивается продолжительность продуктивной работы, что очень полезно в дальнейшем обучении.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E0C452-1F59-265B-89CA-B9F37E803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12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0731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ADC30-A310-5DE7-CBC1-2DDC1796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BC0C2-2A35-D7F5-1D22-6D8E5A849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5400" b="1" dirty="0">
                <a:latin typeface="+mj-lt"/>
              </a:rPr>
              <a:t>Используемая 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803F46-E05C-A43C-C8BB-DACF4EC5CB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</a:lstStyle>
          <a:p>
            <a:pPr lvl="0">
              <a:lnSpc>
                <a:spcPct val="100000"/>
              </a:lnSpc>
            </a:pPr>
            <a:r>
              <a:rPr lang="ru-RU" sz="1600" dirty="0">
                <a:latin typeface="+mj-lt"/>
              </a:rPr>
              <a:t>Адаптация учебного материала для обучающихся с ограниченными возможностями здоровья [Электронный ресурс] – Режим доступа: </a:t>
            </a:r>
            <a:r>
              <a:rPr lang="ru-RU" sz="1600" u="sng" dirty="0">
                <a:latin typeface="+mj-lt"/>
                <a:hlinkClick r:id="rId3"/>
              </a:rPr>
              <a:t>https://cyberleninka.ru/article/n/adaptatsiya-uchebnogo-materiala-dlya-obuchayuschihsya-s-ogranichennymi-vozmozhnostyami-zdorovya</a:t>
            </a:r>
            <a:endParaRPr lang="ru-RU" sz="1600" dirty="0">
              <a:latin typeface="+mj-lt"/>
            </a:endParaRPr>
          </a:p>
          <a:p>
            <a:pPr lvl="0">
              <a:lnSpc>
                <a:spcPct val="100000"/>
              </a:lnSpc>
            </a:pPr>
            <a:r>
              <a:rPr lang="ru-RU" sz="1600" dirty="0">
                <a:latin typeface="+mj-lt"/>
              </a:rPr>
              <a:t>Документация </a:t>
            </a:r>
            <a:r>
              <a:rPr lang="en-US" sz="1600" dirty="0">
                <a:latin typeface="+mj-lt"/>
              </a:rPr>
              <a:t>pymorphy</a:t>
            </a:r>
            <a:r>
              <a:rPr lang="ru-RU" sz="1600" dirty="0">
                <a:latin typeface="+mj-lt"/>
              </a:rPr>
              <a:t>3 [Электронный ресурс] – Режим доступа: </a:t>
            </a:r>
            <a:r>
              <a:rPr lang="ru-RU" sz="1600" u="sng" dirty="0">
                <a:latin typeface="+mj-lt"/>
                <a:hlinkClick r:id="rId4"/>
              </a:rPr>
              <a:t>https://pymorphy2.readthedocs.io/en/stable/user/guide.html</a:t>
            </a:r>
            <a:endParaRPr lang="ru-RU" sz="1600" dirty="0">
              <a:latin typeface="+mj-lt"/>
            </a:endParaRPr>
          </a:p>
          <a:p>
            <a:pPr lvl="0">
              <a:lnSpc>
                <a:spcPct val="100000"/>
              </a:lnSpc>
            </a:pPr>
            <a:r>
              <a:rPr lang="ru-RU" sz="1600" dirty="0">
                <a:latin typeface="+mj-lt"/>
              </a:rPr>
              <a:t>Документация </a:t>
            </a:r>
            <a:r>
              <a:rPr lang="en-US" sz="1600" dirty="0">
                <a:latin typeface="+mj-lt"/>
              </a:rPr>
              <a:t>PyQt</a:t>
            </a:r>
            <a:r>
              <a:rPr lang="ru-RU" sz="1600" dirty="0">
                <a:latin typeface="+mj-lt"/>
              </a:rPr>
              <a:t>6 [Электронный ресурс] – Режим доступа: </a:t>
            </a:r>
            <a:r>
              <a:rPr lang="ru-RU" sz="1600" u="sng" dirty="0">
                <a:latin typeface="+mj-lt"/>
                <a:hlinkClick r:id="rId5"/>
              </a:rPr>
              <a:t>https://doc.qt.io/qtforpython-6/api.html#pyside-api</a:t>
            </a:r>
            <a:endParaRPr lang="ru-RU" sz="1600" dirty="0">
              <a:latin typeface="+mj-lt"/>
            </a:endParaRPr>
          </a:p>
          <a:p>
            <a:pPr lvl="0">
              <a:lnSpc>
                <a:spcPct val="100000"/>
              </a:lnSpc>
            </a:pPr>
            <a:r>
              <a:rPr lang="ru-RU" sz="1600" dirty="0">
                <a:latin typeface="+mj-lt"/>
              </a:rPr>
              <a:t>Проблема обучения и воспитания детей с ЗПР: подходы и их решение [Электронный ресурс] – Режим доступа: </a:t>
            </a:r>
            <a:r>
              <a:rPr lang="ru-RU" sz="1600" u="sng" dirty="0">
                <a:latin typeface="+mj-lt"/>
                <a:hlinkClick r:id="rId6"/>
              </a:rPr>
              <a:t>https://cyberleninka.ru/article/n/problema-obucheniya-i-vospitaniya-detey-s-zpr-podhody-i-ih-reshenie</a:t>
            </a:r>
            <a:endParaRPr lang="ru-RU" sz="1600" dirty="0">
              <a:latin typeface="+mj-lt"/>
            </a:endParaRPr>
          </a:p>
          <a:p>
            <a:pPr lvl="0">
              <a:lnSpc>
                <a:spcPct val="100000"/>
              </a:lnSpc>
            </a:pPr>
            <a:r>
              <a:rPr lang="ru-RU" sz="1600" dirty="0">
                <a:latin typeface="+mj-lt"/>
              </a:rPr>
              <a:t>Технология формирования самоконтроля у младших школьников с легкой умственной отсталостью в процессе обучения [Электронный ресурс] – Режим доступа: </a:t>
            </a:r>
            <a:r>
              <a:rPr lang="ru-RU" sz="1600" u="sng" dirty="0">
                <a:latin typeface="+mj-lt"/>
                <a:hlinkClick r:id="rId7"/>
              </a:rPr>
              <a:t>https://cyberleninka.ru/article/n/tehnologiya-formirovaniya-samokontrolya-u-mladshih-shkolnikov-s-legkoy-umstvennoy-otstalostyu-v-protsesse-obucheniya</a:t>
            </a:r>
            <a:endParaRPr lang="ru-RU" sz="1600" dirty="0">
              <a:latin typeface="+mj-lt"/>
            </a:endParaRPr>
          </a:p>
          <a:p>
            <a:pPr lvl="0">
              <a:lnSpc>
                <a:spcPct val="100000"/>
              </a:lnSpc>
            </a:pPr>
            <a:r>
              <a:rPr lang="ru-RU" sz="1600" dirty="0">
                <a:latin typeface="+mj-lt"/>
              </a:rPr>
              <a:t>Факторы риска нарушения когнитивного развития у детей [Электронный ресурс] – Режим доступа: </a:t>
            </a:r>
            <a:r>
              <a:rPr lang="ru-RU" sz="1600" u="sng" dirty="0">
                <a:latin typeface="+mj-lt"/>
                <a:hlinkClick r:id="rId8"/>
              </a:rPr>
              <a:t>https://cyberleninka.ru/article/n/faktory-riska-narusheniya-kognitivnogo-razvitiya-u-detey-obzor</a:t>
            </a:r>
            <a:endParaRPr lang="ru-RU" sz="1600" dirty="0">
              <a:latin typeface="+mj-lt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EABC7B-776C-EE0C-59D2-15C8CFB82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13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8143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46" y="327023"/>
            <a:ext cx="5931354" cy="291147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b="1" dirty="0">
                <a:latin typeface="+mj-lt"/>
              </a:rPr>
              <a:t>Спасибо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1D134F-4AA5-8D65-F269-E8A1D90CB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14</a:t>
            </a:fld>
            <a:endParaRPr lang="ru-RU" b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F5D78-F2E3-D9A8-C2D8-20EE015A44CD}"/>
              </a:ext>
            </a:extLst>
          </p:cNvPr>
          <p:cNvSpPr txBox="1"/>
          <p:nvPr/>
        </p:nvSpPr>
        <p:spPr>
          <a:xfrm>
            <a:off x="7651750" y="2445291"/>
            <a:ext cx="3149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+mj-lt"/>
              </a:rPr>
              <a:t>Автор: Ковердяев Платон</a:t>
            </a:r>
          </a:p>
          <a:p>
            <a:r>
              <a:rPr lang="ru-RU" sz="2000" dirty="0">
                <a:latin typeface="+mj-lt"/>
              </a:rPr>
              <a:t>Класс: 10«Д»</a:t>
            </a:r>
          </a:p>
          <a:p>
            <a:r>
              <a:rPr lang="ru-RU" sz="2000" dirty="0">
                <a:latin typeface="+mj-lt"/>
              </a:rPr>
              <a:t>Научный руководитель: Королева Екатерина Алексеевна</a:t>
            </a:r>
          </a:p>
        </p:txBody>
      </p:sp>
      <p:pic>
        <p:nvPicPr>
          <p:cNvPr id="14" name="Picture 13" descr="A white cloud with blue text&#10;&#10;AI-generated content may be incorrect.">
            <a:extLst>
              <a:ext uri="{FF2B5EF4-FFF2-40B4-BE49-F238E27FC236}">
                <a16:creationId xmlns:a16="http://schemas.microsoft.com/office/drawing/2014/main" id="{00B61D22-1CD8-EAB4-CAF3-4F4F70D9C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39" y="2886277"/>
            <a:ext cx="2902568" cy="238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ustom 74">
      <a:majorFont>
        <a:latin typeface="Calibri"/>
        <a:ea typeface=""/>
        <a:cs typeface="Calibri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81AD4F-527A-4A88-9D9F-EFDB01771B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D1CFE71-3FEB-410F-B4FF-3D986B4B64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239674-1887-41DB-914A-BD2B863063C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</TotalTime>
  <Words>803</Words>
  <Application>Microsoft Office PowerPoint</Application>
  <PresentationFormat>Widescreen</PresentationFormat>
  <Paragraphs>120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Century Gothic</vt:lpstr>
      <vt:lpstr>Пользовательская</vt:lpstr>
      <vt:lpstr>Учеба с «KidTelligence»</vt:lpstr>
      <vt:lpstr>Введение</vt:lpstr>
      <vt:lpstr>Решение проблемы</vt:lpstr>
      <vt:lpstr>Цели и задачи</vt:lpstr>
      <vt:lpstr>Типы текстовых задач</vt:lpstr>
      <vt:lpstr>Виды ОВЗ</vt:lpstr>
      <vt:lpstr>Концепция игры</vt:lpstr>
      <vt:lpstr>Особенности интерфейса</vt:lpstr>
      <vt:lpstr>Действия в игре</vt:lpstr>
      <vt:lpstr>Система аккаунтов</vt:lpstr>
      <vt:lpstr>Тестирование</vt:lpstr>
      <vt:lpstr>Заключение</vt:lpstr>
      <vt:lpstr>Используемая литература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Платон Ковердяев Платон Ковердяев</cp:lastModifiedBy>
  <cp:revision>11</cp:revision>
  <dcterms:created xsi:type="dcterms:W3CDTF">2024-01-28T15:41:30Z</dcterms:created>
  <dcterms:modified xsi:type="dcterms:W3CDTF">2026-01-14T19:33:56Z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